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b5fa2b6be40be" /><Relationship Type="http://schemas.openxmlformats.org/officeDocument/2006/relationships/extended-properties" Target="/docProps/app.xml" Id="R9b21d35fb0ff4d68" /><Relationship Type="http://schemas.openxmlformats.org/officeDocument/2006/relationships/officeDocument" Target="/ppt/presentation.xml" Id="Ra9d93ddad69545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87db0923c44d6"/>
  </p:sldMasterIdLst>
  <p:notesMasterIdLst>
    <p:notesMasterId xmlns:r="http://schemas.openxmlformats.org/officeDocument/2006/relationships" r:id="Rd439545e746642b9"/>
  </p:notesMasterIdLst>
  <p:sldIdLst>
    <p:sldId xmlns:r="http://schemas.openxmlformats.org/officeDocument/2006/relationships" id="256" r:id="Rc5148388df124896"/>
    <p:sldId xmlns:r="http://schemas.openxmlformats.org/officeDocument/2006/relationships" id="257" r:id="Rd32f12a910fa48b5"/>
    <p:sldId xmlns:r="http://schemas.openxmlformats.org/officeDocument/2006/relationships" id="258" r:id="R95b46063ea7842f9"/>
    <p:sldId xmlns:r="http://schemas.openxmlformats.org/officeDocument/2006/relationships" id="259" r:id="Ra51d98e4184d4d40"/>
    <p:sldId xmlns:r="http://schemas.openxmlformats.org/officeDocument/2006/relationships" id="260" r:id="Rda399e89164b4cd9"/>
    <p:sldId xmlns:r="http://schemas.openxmlformats.org/officeDocument/2006/relationships" id="261" r:id="Rcdfb0ece10c14bd3"/>
    <p:sldId xmlns:r="http://schemas.openxmlformats.org/officeDocument/2006/relationships" id="262" r:id="R22f189d0070d48de"/>
    <p:sldId xmlns:r="http://schemas.openxmlformats.org/officeDocument/2006/relationships" id="263" r:id="R866a3370b473467d"/>
    <p:sldId xmlns:r="http://schemas.openxmlformats.org/officeDocument/2006/relationships" id="264" r:id="R09d80d9893a64d94"/>
    <p:sldId xmlns:r="http://schemas.openxmlformats.org/officeDocument/2006/relationships" id="265" r:id="R09806f7c3cce40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86f561ef4b4c23" /><Relationship Type="http://schemas.openxmlformats.org/officeDocument/2006/relationships/slideMaster" Target="/ppt/slideMasters/slideMaster1.xml" Id="R65d87db0923c44d6" /><Relationship Type="http://schemas.openxmlformats.org/officeDocument/2006/relationships/notesMaster" Target="/ppt/notesMasters/notesMaster1.xml" Id="Rd439545e746642b9" /><Relationship Type="http://schemas.openxmlformats.org/officeDocument/2006/relationships/presProps" Target="/ppt/presProps.xml" Id="Rd4d74464e1164ee3" /><Relationship Type="http://schemas.openxmlformats.org/officeDocument/2006/relationships/tableStyles" Target="/ppt/tableStyles.xml" Id="R6737218d23314ceb" /><Relationship Type="http://schemas.openxmlformats.org/officeDocument/2006/relationships/slide" Target="/ppt/slides/slide1.xml" Id="Rc5148388df124896" /><Relationship Type="http://schemas.openxmlformats.org/officeDocument/2006/relationships/slide" Target="/ppt/slides/slide2.xml" Id="Rd32f12a910fa48b5" /><Relationship Type="http://schemas.openxmlformats.org/officeDocument/2006/relationships/slide" Target="/ppt/slides/slide3.xml" Id="R95b46063ea7842f9" /><Relationship Type="http://schemas.openxmlformats.org/officeDocument/2006/relationships/slide" Target="/ppt/slides/slide4.xml" Id="Ra51d98e4184d4d40" /><Relationship Type="http://schemas.openxmlformats.org/officeDocument/2006/relationships/slide" Target="/ppt/slides/slide5.xml" Id="Rda399e89164b4cd9" /><Relationship Type="http://schemas.openxmlformats.org/officeDocument/2006/relationships/slide" Target="/ppt/slides/slide6.xml" Id="Rcdfb0ece10c14bd3" /><Relationship Type="http://schemas.openxmlformats.org/officeDocument/2006/relationships/slide" Target="/ppt/slides/slide7.xml" Id="R22f189d0070d48de" /><Relationship Type="http://schemas.openxmlformats.org/officeDocument/2006/relationships/slide" Target="/ppt/slides/slide8.xml" Id="R866a3370b473467d" /><Relationship Type="http://schemas.openxmlformats.org/officeDocument/2006/relationships/slide" Target="/ppt/slides/slide9.xml" Id="R09d80d9893a64d94" /><Relationship Type="http://schemas.openxmlformats.org/officeDocument/2006/relationships/slide" Target="/ppt/slides/slide10.xml" Id="R09806f7c3cce40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0dda612c9645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7df5ba43140fb" /><Relationship Type="http://schemas.openxmlformats.org/officeDocument/2006/relationships/notesMaster" Target="/ppt/notesMasters/notesMaster1.xml" Id="Re7f1dfb850834c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6f77d1bd3e489e" /><Relationship Type="http://schemas.openxmlformats.org/officeDocument/2006/relationships/notesMaster" Target="/ppt/notesMasters/notesMaster1.xml" Id="R995d3e477d99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b347be1ad94235" /><Relationship Type="http://schemas.openxmlformats.org/officeDocument/2006/relationships/notesMaster" Target="/ppt/notesMasters/notesMaster1.xml" Id="R77e6d854791347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d8b976522b4293" /><Relationship Type="http://schemas.openxmlformats.org/officeDocument/2006/relationships/notesMaster" Target="/ppt/notesMasters/notesMaster1.xml" Id="Rac0a6f514cdd43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ddbaaab7354470" /><Relationship Type="http://schemas.openxmlformats.org/officeDocument/2006/relationships/notesMaster" Target="/ppt/notesMasters/notesMaster1.xml" Id="R66606377e365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a130613f1e43a5" /><Relationship Type="http://schemas.openxmlformats.org/officeDocument/2006/relationships/notesMaster" Target="/ppt/notesMasters/notesMaster1.xml" Id="R5571871da10a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fdd4b41694c5d" /><Relationship Type="http://schemas.openxmlformats.org/officeDocument/2006/relationships/notesMaster" Target="/ppt/notesMasters/notesMaster1.xml" Id="R5b948e46108147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839608038b4586" /><Relationship Type="http://schemas.openxmlformats.org/officeDocument/2006/relationships/notesMaster" Target="/ppt/notesMasters/notesMaster1.xml" Id="R74032300c81949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a6a7dddbf845b0" /><Relationship Type="http://schemas.openxmlformats.org/officeDocument/2006/relationships/notesMaster" Target="/ppt/notesMasters/notesMaster1.xml" Id="Rad6d88752ba34f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f94e251f5493a" /><Relationship Type="http://schemas.openxmlformats.org/officeDocument/2006/relationships/notesMaster" Target="/ppt/notesMasters/notesMaster1.xml" Id="R2aceec4ddf3348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participants to the interview phase. Source: organizer-provided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organizer-provided BSSC Recruitment 2026 Interview Technical Meeting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from participants. Source: organizer-provided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07dda0ec445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c769746164426d" /><Relationship Type="http://schemas.openxmlformats.org/officeDocument/2006/relationships/slideLayout" Target="/ppt/slideLayouts/slideLayout1.xml" Id="R72db1dc63d4c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db1dc63d4c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e95744ace44b8" /><Relationship Type="http://schemas.openxmlformats.org/officeDocument/2006/relationships/notesSlide" Target="/ppt/notesSlides/notesSlide1.xml" Id="R821504b1720246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599203a9b4c77" /><Relationship Type="http://schemas.openxmlformats.org/officeDocument/2006/relationships/notesSlide" Target="/ppt/notesSlides/notesSlide2.xml" Id="R4d63045489ba46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3db1360e64c40" /><Relationship Type="http://schemas.openxmlformats.org/officeDocument/2006/relationships/notesSlide" Target="/ppt/notesSlides/notesSlide3.xml" Id="R8465ca9f6786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e25792ac842e4" /><Relationship Type="http://schemas.openxmlformats.org/officeDocument/2006/relationships/notesSlide" Target="/ppt/notesSlides/notesSlide4.xml" Id="R927914c4d19548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3fa8493745e9" /><Relationship Type="http://schemas.openxmlformats.org/officeDocument/2006/relationships/notesSlide" Target="/ppt/notesSlides/notesSlide5.xml" Id="R34a02b1f805c40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c5e0b0c5a4a71" /><Relationship Type="http://schemas.openxmlformats.org/officeDocument/2006/relationships/notesSlide" Target="/ppt/notesSlides/notesSlide6.xml" Id="Ra929727bcc8d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48d7c82a148f2" /><Relationship Type="http://schemas.openxmlformats.org/officeDocument/2006/relationships/notesSlide" Target="/ppt/notesSlides/notesSlide7.xml" Id="Ra3a69aeaed574d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3336ca034e34" /><Relationship Type="http://schemas.openxmlformats.org/officeDocument/2006/relationships/notesSlide" Target="/ppt/notesSlides/notesSlide8.xml" Id="R9f83a647c78143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e5c5de29c4542" /><Relationship Type="http://schemas.openxmlformats.org/officeDocument/2006/relationships/notesSlide" Target="/ppt/notesSlides/notesSlide9.xml" Id="R2be5609d785d41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b37e764a947cb" /><Relationship Type="http://schemas.openxmlformats.org/officeDocument/2006/relationships/notesSlide" Target="/ppt/notesSlides/notesSlide10.xml" Id="R414fdfd1779041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1">
            <a:extLst xmlns:a="http://schemas.openxmlformats.org/drawingml/2006/main">
              <a:ext uri="{FF2B5EF4-FFF2-40B4-BE49-F238E27FC236}">
                <a16:creationId xmlns:a16="http://schemas.microsoft.com/office/drawing/2014/main" id="{1B3693CA-0943-45C9-B635-1F379D27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018146E9-9FD2-41CF-AC93-425B64FE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715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</a:t>
            </a:r>
          </a:p>
          <a:p xmlns:a="http://schemas.openxmlformats.org/drawingml/2006/main">
            <a:pPr algn="l">
              <a:defRPr sz="570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Technical Meeting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8BDFAD03-F6F0-4AFD-93AD-D90BAE4F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Everything you need to know</a:t>
            </a:r>
          </a:p>
          <a:p xmlns:a="http://schemas.openxmlformats.org/drawingml/2006/main">
            <a:pPr algn="l">
              <a:defRPr sz="24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before your interview.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11AB3842-A633-405A-B270-1198F2C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57325"/>
            <a:ext cx="2428875" cy="33337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EE8F3"/>
          </a:solidFill>
          <a:ln xmlns:a="http://schemas.openxmlformats.org/drawingml/2006/main" w="0">
            <a:noFill/>
          </a:ln>
        </p:spPr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0FC8F40F-C684-4896-8F65-9F4ED096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190750" cy="1219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E925759A-2F68-437D-938F-F41245C1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67050"/>
            <a:ext cx="342900" cy="3048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7BD81F23-5D44-46E8-B1D8-D968C61A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600450"/>
            <a:ext cx="188595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F8EEDC"/>
          </a:solidFill>
          <a:ln xmlns:a="http://schemas.openxmlformats.org/drawingml/2006/main" w="0">
            <a:noFill/>
          </a:ln>
        </p:spPr>
      </p:sp>
      <p:sp>
        <p:nvSpPr>
          <p:cNvPr id="8" name="shape-8">
            <a:extLst xmlns:a="http://schemas.openxmlformats.org/drawingml/2006/main">
              <a:ext uri="{FF2B5EF4-FFF2-40B4-BE49-F238E27FC236}">
                <a16:creationId xmlns:a16="http://schemas.microsoft.com/office/drawing/2014/main" id="{A8F07C1F-4D1B-4DC8-88CC-0842EAC3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91025"/>
            <a:ext cx="276225" cy="2667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8EEDC"/>
          </a:solidFill>
          <a:ln xmlns:a="http://schemas.openxmlformats.org/drawingml/2006/main" w="0">
            <a:noFill/>
          </a:ln>
        </p:spPr>
      </p:sp>
      <p:sp>
        <p:nvSpPr>
          <p:cNvPr id="9" name="shape-9">
            <a:extLst xmlns:a="http://schemas.openxmlformats.org/drawingml/2006/main">
              <a:ext uri="{FF2B5EF4-FFF2-40B4-BE49-F238E27FC236}">
                <a16:creationId xmlns:a16="http://schemas.microsoft.com/office/drawing/2014/main" id="{76924015-080B-466D-BB45-72CE669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5527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noFill/>
          </a:ln>
        </p:spPr>
      </p:sp>
      <p:sp>
        <p:nvSpPr>
          <p:cNvPr id="10" name="shape-10">
            <a:extLst xmlns:a="http://schemas.openxmlformats.org/drawingml/2006/main">
              <a:ext uri="{FF2B5EF4-FFF2-40B4-BE49-F238E27FC236}">
                <a16:creationId xmlns:a16="http://schemas.microsoft.com/office/drawing/2014/main" id="{EBCEB195-B18D-46EC-9E05-421DE4DF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27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noFill/>
          </a:ln>
        </p:spPr>
      </p:sp>
      <p:sp>
        <p:nvSpPr>
          <p:cNvPr id="11" name="shape-11">
            <a:extLst xmlns:a="http://schemas.openxmlformats.org/drawingml/2006/main">
              <a:ext uri="{FF2B5EF4-FFF2-40B4-BE49-F238E27FC236}">
                <a16:creationId xmlns:a16="http://schemas.microsoft.com/office/drawing/2014/main" id="{7B6CE78A-C476-4942-9FA6-146F4DEA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527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0">
            <a:noFill/>
          </a:ln>
        </p:spPr>
      </p:sp>
      <p:sp>
        <p:nvSpPr>
          <p:cNvPr id="12" name="shape-12">
            <a:extLst xmlns:a="http://schemas.openxmlformats.org/drawingml/2006/main">
              <a:ext uri="{FF2B5EF4-FFF2-40B4-BE49-F238E27FC236}">
                <a16:creationId xmlns:a16="http://schemas.microsoft.com/office/drawing/2014/main" id="{CEFDE508-3EE0-411D-8854-CCFE46A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14775"/>
            <a:ext cx="1171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241"/>
            </a:solidFill>
          </a:ln>
        </p:spPr>
      </p:sp>
      <p:sp>
        <p:nvSpPr>
          <p:cNvPr id="13" name="shape-13">
            <a:extLst xmlns:a="http://schemas.openxmlformats.org/drawingml/2006/main">
              <a:ext uri="{FF2B5EF4-FFF2-40B4-BE49-F238E27FC236}">
                <a16:creationId xmlns:a16="http://schemas.microsoft.com/office/drawing/2014/main" id="{89F186DF-E921-4117-B093-825640EE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152900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241"/>
            </a:solidFill>
          </a:ln>
        </p:spPr>
      </p:sp>
      <p:sp>
        <p:nvSpPr>
          <p:cNvPr id="14" name="shape-14">
            <a:extLst xmlns:a="http://schemas.openxmlformats.org/drawingml/2006/main">
              <a:ext uri="{FF2B5EF4-FFF2-40B4-BE49-F238E27FC236}">
                <a16:creationId xmlns:a16="http://schemas.microsoft.com/office/drawing/2014/main" id="{DD991D39-8A52-494E-9B4C-E64E96D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241"/>
            </a:solidFill>
          </a:ln>
        </p:spPr>
      </p:sp>
    </p:spTree>
    <p:extLst>
      <p:ext uri="{BB962C8B-B14F-4D97-AF65-F5344CB8AC3E}">
        <p14:creationId xmlns:p14="http://schemas.microsoft.com/office/powerpoint/2010/main" val="849142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5">
            <a:extLst xmlns:a="http://schemas.openxmlformats.org/drawingml/2006/main">
              <a:ext uri="{FF2B5EF4-FFF2-40B4-BE49-F238E27FC236}">
                <a16:creationId xmlns:a16="http://schemas.microsoft.com/office/drawing/2014/main" id="{FCE5F3E4-237E-402F-8F66-964F862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2" name="shape-16">
            <a:extLst xmlns:a="http://schemas.openxmlformats.org/drawingml/2006/main">
              <a:ext uri="{FF2B5EF4-FFF2-40B4-BE49-F238E27FC236}">
                <a16:creationId xmlns:a16="http://schemas.microsoft.com/office/drawing/2014/main" id="{72F2A4E6-F406-446D-A2A0-B2298CF1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 Overview</a:t>
            </a:r>
          </a:p>
        </p:txBody>
      </p:sp>
      <p:sp>
        <p:nvSpPr>
          <p:cNvPr id="3" name="shape-17">
            <a:extLst xmlns:a="http://schemas.openxmlformats.org/drawingml/2006/main">
              <a:ext uri="{FF2B5EF4-FFF2-40B4-BE49-F238E27FC236}">
                <a16:creationId xmlns:a16="http://schemas.microsoft.com/office/drawing/2014/main" id="{5702FFEB-BD47-48E1-BFE7-5FB4923D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18">
            <a:extLst xmlns:a="http://schemas.openxmlformats.org/drawingml/2006/main">
              <a:ext uri="{FF2B5EF4-FFF2-40B4-BE49-F238E27FC236}">
                <a16:creationId xmlns:a16="http://schemas.microsoft.com/office/drawing/2014/main" id="{8A0F6131-490F-4A49-B638-DDE0AB3A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19">
            <a:extLst xmlns:a="http://schemas.openxmlformats.org/drawingml/2006/main">
              <a:ext uri="{FF2B5EF4-FFF2-40B4-BE49-F238E27FC236}">
                <a16:creationId xmlns:a16="http://schemas.microsoft.com/office/drawing/2014/main" id="{F97FD9F8-8A39-49F1-BDC4-BE6BC1CA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shape-20">
            <a:extLst xmlns:a="http://schemas.openxmlformats.org/drawingml/2006/main">
              <a:ext uri="{FF2B5EF4-FFF2-40B4-BE49-F238E27FC236}">
                <a16:creationId xmlns:a16="http://schemas.microsoft.com/office/drawing/2014/main" id="{1D2A239D-D09A-45D2-9274-7C7316D0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33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A formal interview</a:t>
            </a:r>
          </a:p>
        </p:txBody>
      </p:sp>
      <p:sp>
        <p:nvSpPr>
          <p:cNvPr id="7" name="shape-21">
            <a:extLst xmlns:a="http://schemas.openxmlformats.org/drawingml/2006/main">
              <a:ext uri="{FF2B5EF4-FFF2-40B4-BE49-F238E27FC236}">
                <a16:creationId xmlns:a16="http://schemas.microsoft.com/office/drawing/2014/main" id="{6374043E-00CE-49AA-9C3A-E39656A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The recruitment team will conduct the session</a:t>
            </a:r>
          </a:p>
          <a:p xmlns:a="http://schemas.openxmlformats.org/drawingml/2006/main">
            <a:pPr algn="l">
              <a:defRPr sz="2250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to get to know each participant better.</a:t>
            </a:r>
          </a:p>
        </p:txBody>
      </p:sp>
      <p:sp>
        <p:nvSpPr>
          <p:cNvPr id="8" name="shape-22">
            <a:extLst xmlns:a="http://schemas.openxmlformats.org/drawingml/2006/main">
              <a:ext uri="{FF2B5EF4-FFF2-40B4-BE49-F238E27FC236}">
                <a16:creationId xmlns:a16="http://schemas.microsoft.com/office/drawing/2014/main" id="{1591B901-DB96-48A8-BBB7-D5BD59D4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Discussion may cover</a:t>
            </a:r>
          </a:p>
        </p:txBody>
      </p:sp>
      <p:sp>
        <p:nvSpPr>
          <p:cNvPr id="9" name="shape-23">
            <a:extLst xmlns:a="http://schemas.openxmlformats.org/drawingml/2006/main">
              <a:ext uri="{FF2B5EF4-FFF2-40B4-BE49-F238E27FC236}">
                <a16:creationId xmlns:a16="http://schemas.microsoft.com/office/drawing/2014/main" id="{02F6D69B-ABC0-45AC-A17D-08FBFD7A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10" name="shape-24">
            <a:extLst xmlns:a="http://schemas.openxmlformats.org/drawingml/2006/main">
              <a:ext uri="{FF2B5EF4-FFF2-40B4-BE49-F238E27FC236}">
                <a16:creationId xmlns:a16="http://schemas.microsoft.com/office/drawing/2014/main" id="{6A3D6607-B515-493E-B002-FC07F200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0055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Motivation</a:t>
            </a:r>
          </a:p>
        </p:txBody>
      </p:sp>
      <p:sp>
        <p:nvSpPr>
          <p:cNvPr id="11" name="shape-25">
            <a:extLst xmlns:a="http://schemas.openxmlformats.org/drawingml/2006/main">
              <a:ext uri="{FF2B5EF4-FFF2-40B4-BE49-F238E27FC236}">
                <a16:creationId xmlns:a16="http://schemas.microsoft.com/office/drawing/2014/main" id="{EB1E5998-BF34-41F9-A89C-541DD76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12" name="shape-26">
            <a:extLst xmlns:a="http://schemas.openxmlformats.org/drawingml/2006/main">
              <a:ext uri="{FF2B5EF4-FFF2-40B4-BE49-F238E27FC236}">
                <a16:creationId xmlns:a16="http://schemas.microsoft.com/office/drawing/2014/main" id="{49A54240-9D3A-4541-9DF9-742E3FA5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400550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Experience</a:t>
            </a:r>
          </a:p>
        </p:txBody>
      </p:sp>
      <p:sp>
        <p:nvSpPr>
          <p:cNvPr id="13" name="shape-27">
            <a:extLst xmlns:a="http://schemas.openxmlformats.org/drawingml/2006/main">
              <a:ext uri="{FF2B5EF4-FFF2-40B4-BE49-F238E27FC236}">
                <a16:creationId xmlns:a16="http://schemas.microsoft.com/office/drawing/2014/main" id="{9ECCB7D3-882C-4935-8864-C0EEAD9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14" name="shape-28">
            <a:extLst xmlns:a="http://schemas.openxmlformats.org/drawingml/2006/main">
              <a:ext uri="{FF2B5EF4-FFF2-40B4-BE49-F238E27FC236}">
                <a16:creationId xmlns:a16="http://schemas.microsoft.com/office/drawing/2014/main" id="{67D6B0CD-65D3-49DC-BE5C-04DCC5FF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019675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Commitment</a:t>
            </a:r>
          </a:p>
        </p:txBody>
      </p:sp>
      <p:sp>
        <p:nvSpPr>
          <p:cNvPr id="15" name="shape-29">
            <a:extLst xmlns:a="http://schemas.openxmlformats.org/drawingml/2006/main">
              <a:ext uri="{FF2B5EF4-FFF2-40B4-BE49-F238E27FC236}">
                <a16:creationId xmlns:a16="http://schemas.microsoft.com/office/drawing/2014/main" id="{B5A465D2-8489-4F7E-9D54-BA6DAD4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33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16" name="shape-30">
            <a:extLst xmlns:a="http://schemas.openxmlformats.org/drawingml/2006/main">
              <a:ext uri="{FF2B5EF4-FFF2-40B4-BE49-F238E27FC236}">
                <a16:creationId xmlns:a16="http://schemas.microsoft.com/office/drawing/2014/main" id="{50EC8570-0594-468E-98AA-B4AFEA80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019675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Personal perspectives</a:t>
            </a:r>
          </a:p>
        </p:txBody>
      </p:sp>
      <p:sp>
        <p:nvSpPr>
          <p:cNvPr id="17" name="shape-31">
            <a:extLst xmlns:a="http://schemas.openxmlformats.org/drawingml/2006/main">
              <a:ext uri="{FF2B5EF4-FFF2-40B4-BE49-F238E27FC236}">
                <a16:creationId xmlns:a16="http://schemas.microsoft.com/office/drawing/2014/main" id="{2003D47B-E05D-4EF1-B065-2283CC11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924175" cy="3619500"/>
          </a:xfrm>
          <a:prstGeom xmlns:a="http://schemas.openxmlformats.org/drawingml/2006/main" prst="roundRect">
            <a:avLst>
              <a:gd name="adj" fmla="val 6515"/>
            </a:avLst>
          </a:prstGeom>
          <a:solidFill xmlns:a="http://schemas.openxmlformats.org/drawingml/2006/main">
            <a:srgbClr val="EEE8F3"/>
          </a:solidFill>
          <a:ln xmlns:a="http://schemas.openxmlformats.org/drawingml/2006/main" w="0">
            <a:noFill/>
          </a:ln>
        </p:spPr>
      </p:sp>
      <p:sp>
        <p:nvSpPr>
          <p:cNvPr id="18" name="shape-32">
            <a:extLst xmlns:a="http://schemas.openxmlformats.org/drawingml/2006/main">
              <a:ext uri="{FF2B5EF4-FFF2-40B4-BE49-F238E27FC236}">
                <a16:creationId xmlns:a16="http://schemas.microsoft.com/office/drawing/2014/main" id="{93964498-4E2E-4257-848A-EA693174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81225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795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sp>
        <p:nvSpPr>
          <p:cNvPr id="19" name="shape-33">
            <a:extLst xmlns:a="http://schemas.openxmlformats.org/drawingml/2006/main">
              <a:ext uri="{FF2B5EF4-FFF2-40B4-BE49-F238E27FC236}">
                <a16:creationId xmlns:a16="http://schemas.microsoft.com/office/drawing/2014/main" id="{9E62461F-6E4E-404D-801F-00561107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48050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minutes</a:t>
            </a:r>
          </a:p>
        </p:txBody>
      </p:sp>
      <p:sp>
        <p:nvSpPr>
          <p:cNvPr id="20" name="shape-34">
            <a:extLst xmlns:a="http://schemas.openxmlformats.org/drawingml/2006/main">
              <a:ext uri="{FF2B5EF4-FFF2-40B4-BE49-F238E27FC236}">
                <a16:creationId xmlns:a16="http://schemas.microsoft.com/office/drawing/2014/main" id="{2AB08ABA-EEAD-4C39-8734-BBC26B09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481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Approximately</a:t>
            </a:r>
          </a:p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per interview session</a:t>
            </a:r>
          </a:p>
        </p:txBody>
      </p:sp>
    </p:spTree>
    <p:extLst>
      <p:ext uri="{BB962C8B-B14F-4D97-AF65-F5344CB8AC3E}">
        <p14:creationId xmlns:p14="http://schemas.microsoft.com/office/powerpoint/2010/main" val="19832360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35">
            <a:extLst xmlns:a="http://schemas.openxmlformats.org/drawingml/2006/main">
              <a:ext uri="{FF2B5EF4-FFF2-40B4-BE49-F238E27FC236}">
                <a16:creationId xmlns:a16="http://schemas.microsoft.com/office/drawing/2014/main" id="{19269C0D-FEED-475F-84D6-80E8FC71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0CC"/>
          </a:solidFill>
          <a:ln xmlns:a="http://schemas.openxmlformats.org/drawingml/2006/main" w="0">
            <a:noFill/>
          </a:ln>
        </p:spPr>
      </p:sp>
      <p:sp>
        <p:nvSpPr>
          <p:cNvPr id="2" name="shape-36">
            <a:extLst xmlns:a="http://schemas.openxmlformats.org/drawingml/2006/main">
              <a:ext uri="{FF2B5EF4-FFF2-40B4-BE49-F238E27FC236}">
                <a16:creationId xmlns:a16="http://schemas.microsoft.com/office/drawing/2014/main" id="{FC6A7012-6666-45CF-9BEF-CD20E686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Recruitment Timeline</a:t>
            </a:r>
          </a:p>
        </p:txBody>
      </p:sp>
      <p:sp>
        <p:nvSpPr>
          <p:cNvPr id="3" name="shape-37">
            <a:extLst xmlns:a="http://schemas.openxmlformats.org/drawingml/2006/main">
              <a:ext uri="{FF2B5EF4-FFF2-40B4-BE49-F238E27FC236}">
                <a16:creationId xmlns:a16="http://schemas.microsoft.com/office/drawing/2014/main" id="{D7CDFC43-3D70-47B7-8C7D-28FE03B6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38">
            <a:extLst xmlns:a="http://schemas.openxmlformats.org/drawingml/2006/main">
              <a:ext uri="{FF2B5EF4-FFF2-40B4-BE49-F238E27FC236}">
                <a16:creationId xmlns:a16="http://schemas.microsoft.com/office/drawing/2014/main" id="{37777344-F365-4CE1-9553-49A56F5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39">
            <a:extLst xmlns:a="http://schemas.openxmlformats.org/drawingml/2006/main">
              <a:ext uri="{FF2B5EF4-FFF2-40B4-BE49-F238E27FC236}">
                <a16:creationId xmlns:a16="http://schemas.microsoft.com/office/drawing/2014/main" id="{8CED16A5-A9BC-4FE8-AF2E-7F60AEC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shape-40">
            <a:extLst xmlns:a="http://schemas.openxmlformats.org/drawingml/2006/main">
              <a:ext uri="{FF2B5EF4-FFF2-40B4-BE49-F238E27FC236}">
                <a16:creationId xmlns:a16="http://schemas.microsoft.com/office/drawing/2014/main" id="{9860AA99-939F-4706-BD24-3F6ABB30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EA0CC"/>
            </a:solidFill>
          </a:ln>
        </p:spPr>
      </p:sp>
      <p:sp>
        <p:nvSpPr>
          <p:cNvPr id="7" name="shape-41">
            <a:extLst xmlns:a="http://schemas.openxmlformats.org/drawingml/2006/main">
              <a:ext uri="{FF2B5EF4-FFF2-40B4-BE49-F238E27FC236}">
                <a16:creationId xmlns:a16="http://schemas.microsoft.com/office/drawing/2014/main" id="{805545A8-AA64-410E-B517-8FF5C14A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28575">
            <a:solidFill>
              <a:srgbClr val="5EA0CC"/>
            </a:solidFill>
          </a:ln>
        </p:spPr>
      </p:sp>
      <p:sp>
        <p:nvSpPr>
          <p:cNvPr id="8" name="shape-42">
            <a:extLst xmlns:a="http://schemas.openxmlformats.org/drawingml/2006/main">
              <a:ext uri="{FF2B5EF4-FFF2-40B4-BE49-F238E27FC236}">
                <a16:creationId xmlns:a16="http://schemas.microsoft.com/office/drawing/2014/main" id="{F59DBA13-D9F4-4149-8E74-EA17B364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333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September 19, 2026</a:t>
            </a:r>
          </a:p>
        </p:txBody>
      </p:sp>
      <p:sp>
        <p:nvSpPr>
          <p:cNvPr id="9" name="shape-43">
            <a:extLst xmlns:a="http://schemas.openxmlformats.org/drawingml/2006/main">
              <a:ext uri="{FF2B5EF4-FFF2-40B4-BE49-F238E27FC236}">
                <a16:creationId xmlns:a16="http://schemas.microsoft.com/office/drawing/2014/main" id="{19BC5F10-0289-43C3-BF23-3267A633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Technical Meeting</a:t>
            </a:r>
          </a:p>
        </p:txBody>
      </p:sp>
      <p:sp>
        <p:nvSpPr>
          <p:cNvPr id="10" name="shape-44">
            <a:extLst xmlns:a="http://schemas.openxmlformats.org/drawingml/2006/main">
              <a:ext uri="{FF2B5EF4-FFF2-40B4-BE49-F238E27FC236}">
                <a16:creationId xmlns:a16="http://schemas.microsoft.com/office/drawing/2014/main" id="{7D505E0F-72C8-491B-84F7-CCB584F2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76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A0CC"/>
          </a:solidFill>
          <a:ln xmlns:a="http://schemas.openxmlformats.org/drawingml/2006/main" w="28575">
            <a:solidFill>
              <a:srgbClr val="5EA0CC"/>
            </a:solidFill>
          </a:ln>
        </p:spPr>
      </p:sp>
      <p:sp>
        <p:nvSpPr>
          <p:cNvPr id="11" name="shape-45">
            <a:extLst xmlns:a="http://schemas.openxmlformats.org/drawingml/2006/main">
              <a:ext uri="{FF2B5EF4-FFF2-40B4-BE49-F238E27FC236}">
                <a16:creationId xmlns:a16="http://schemas.microsoft.com/office/drawing/2014/main" id="{AD899AB6-3F21-4AB6-A84D-D998FCE7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28825"/>
            <a:ext cx="3857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September 21–25, 2026</a:t>
            </a:r>
          </a:p>
        </p:txBody>
      </p:sp>
      <p:sp>
        <p:nvSpPr>
          <p:cNvPr id="12" name="shape-46">
            <a:extLst xmlns:a="http://schemas.openxmlformats.org/drawingml/2006/main">
              <a:ext uri="{FF2B5EF4-FFF2-40B4-BE49-F238E27FC236}">
                <a16:creationId xmlns:a16="http://schemas.microsoft.com/office/drawing/2014/main" id="{B86876F1-48C7-44AC-8E8B-9EA0429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47662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 Period</a:t>
            </a:r>
          </a:p>
        </p:txBody>
      </p:sp>
      <p:sp>
        <p:nvSpPr>
          <p:cNvPr id="13" name="shape-47">
            <a:extLst xmlns:a="http://schemas.openxmlformats.org/drawingml/2006/main">
              <a:ext uri="{FF2B5EF4-FFF2-40B4-BE49-F238E27FC236}">
                <a16:creationId xmlns:a16="http://schemas.microsoft.com/office/drawing/2014/main" id="{CC6EF1C9-02BF-48B0-AC69-2EA14008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8F2"/>
          </a:solidFill>
          <a:ln xmlns:a="http://schemas.openxmlformats.org/drawingml/2006/main" w="28575">
            <a:solidFill>
              <a:srgbClr val="5EA0CC"/>
            </a:solidFill>
          </a:ln>
        </p:spPr>
      </p:sp>
      <p:sp>
        <p:nvSpPr>
          <p:cNvPr id="14" name="shape-48">
            <a:extLst xmlns:a="http://schemas.openxmlformats.org/drawingml/2006/main">
              <a:ext uri="{FF2B5EF4-FFF2-40B4-BE49-F238E27FC236}">
                <a16:creationId xmlns:a16="http://schemas.microsoft.com/office/drawing/2014/main" id="{9EB1F926-AB45-42F5-ACE3-DCF12B40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28825"/>
            <a:ext cx="333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September 27, 2026</a:t>
            </a:r>
          </a:p>
        </p:txBody>
      </p:sp>
      <p:sp>
        <p:nvSpPr>
          <p:cNvPr id="15" name="shape-49">
            <a:extLst xmlns:a="http://schemas.openxmlformats.org/drawingml/2006/main">
              <a:ext uri="{FF2B5EF4-FFF2-40B4-BE49-F238E27FC236}">
                <a16:creationId xmlns:a16="http://schemas.microsoft.com/office/drawing/2014/main" id="{B0E506CB-EC43-40BD-BA1E-3DBB694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Final Announcement</a:t>
            </a:r>
          </a:p>
        </p:txBody>
      </p:sp>
      <p:sp>
        <p:nvSpPr>
          <p:cNvPr id="16" name="shape-50">
            <a:extLst xmlns:a="http://schemas.openxmlformats.org/drawingml/2006/main">
              <a:ext uri="{FF2B5EF4-FFF2-40B4-BE49-F238E27FC236}">
                <a16:creationId xmlns:a16="http://schemas.microsoft.com/office/drawing/2014/main" id="{4E7F39DF-E2B0-428A-9770-04737841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7" name="shape-51">
            <a:extLst xmlns:a="http://schemas.openxmlformats.org/drawingml/2006/main">
              <a:ext uri="{FF2B5EF4-FFF2-40B4-BE49-F238E27FC236}">
                <a16:creationId xmlns:a16="http://schemas.microsoft.com/office/drawing/2014/main" id="{DB50F5A2-28B2-4835-8B27-B520EA8A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Choose from available slots</a:t>
            </a:r>
          </a:p>
        </p:txBody>
      </p:sp>
      <p:sp>
        <p:nvSpPr>
          <p:cNvPr id="18" name="shape-52">
            <a:extLst xmlns:a="http://schemas.openxmlformats.org/drawingml/2006/main">
              <a:ext uri="{FF2B5EF4-FFF2-40B4-BE49-F238E27FC236}">
                <a16:creationId xmlns:a16="http://schemas.microsoft.com/office/drawing/2014/main" id="{177C7887-6153-4BEF-BBF3-17CDDEE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First come, first served. Selected schedules cannot be rescheduled.</a:t>
            </a:r>
          </a:p>
        </p:txBody>
      </p:sp>
    </p:spTree>
    <p:extLst>
      <p:ext uri="{BB962C8B-B14F-4D97-AF65-F5344CB8AC3E}">
        <p14:creationId xmlns:p14="http://schemas.microsoft.com/office/powerpoint/2010/main" val="2043336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53">
            <a:extLst xmlns:a="http://schemas.openxmlformats.org/drawingml/2006/main">
              <a:ext uri="{FF2B5EF4-FFF2-40B4-BE49-F238E27FC236}">
                <a16:creationId xmlns:a16="http://schemas.microsoft.com/office/drawing/2014/main" id="{7FC10DC5-613B-4961-B4B3-0664BE58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0CC"/>
          </a:solidFill>
          <a:ln xmlns:a="http://schemas.openxmlformats.org/drawingml/2006/main" w="0">
            <a:noFill/>
          </a:ln>
        </p:spPr>
      </p:sp>
      <p:sp>
        <p:nvSpPr>
          <p:cNvPr id="2" name="shape-54">
            <a:extLst xmlns:a="http://schemas.openxmlformats.org/drawingml/2006/main">
              <a:ext uri="{FF2B5EF4-FFF2-40B4-BE49-F238E27FC236}">
                <a16:creationId xmlns:a16="http://schemas.microsoft.com/office/drawing/2014/main" id="{FE11A2CE-1760-45CA-9F8E-FBFC1211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 Schedule</a:t>
            </a:r>
          </a:p>
        </p:txBody>
      </p:sp>
      <p:sp>
        <p:nvSpPr>
          <p:cNvPr id="3" name="shape-55">
            <a:extLst xmlns:a="http://schemas.openxmlformats.org/drawingml/2006/main">
              <a:ext uri="{FF2B5EF4-FFF2-40B4-BE49-F238E27FC236}">
                <a16:creationId xmlns:a16="http://schemas.microsoft.com/office/drawing/2014/main" id="{A21E33E9-BDCE-4249-8926-F066736D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56">
            <a:extLst xmlns:a="http://schemas.openxmlformats.org/drawingml/2006/main">
              <a:ext uri="{FF2B5EF4-FFF2-40B4-BE49-F238E27FC236}">
                <a16:creationId xmlns:a16="http://schemas.microsoft.com/office/drawing/2014/main" id="{B0EDA626-1010-46C3-BEDF-697F169E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57">
            <a:extLst xmlns:a="http://schemas.openxmlformats.org/drawingml/2006/main">
              <a:ext uri="{FF2B5EF4-FFF2-40B4-BE49-F238E27FC236}">
                <a16:creationId xmlns:a16="http://schemas.microsoft.com/office/drawing/2014/main" id="{7D82761E-3F16-4DA5-913F-B81B0498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shape-58">
            <a:extLst xmlns:a="http://schemas.openxmlformats.org/drawingml/2006/main">
              <a:ext uri="{FF2B5EF4-FFF2-40B4-BE49-F238E27FC236}">
                <a16:creationId xmlns:a16="http://schemas.microsoft.com/office/drawing/2014/main" id="{F1996B1C-4B26-4B10-91BD-FEF23FA5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Glass Room</a:t>
            </a:r>
          </a:p>
        </p:txBody>
      </p:sp>
      <p:sp>
        <p:nvSpPr>
          <p:cNvPr id="7" name="shape-59">
            <a:extLst xmlns:a="http://schemas.openxmlformats.org/drawingml/2006/main">
              <a:ext uri="{FF2B5EF4-FFF2-40B4-BE49-F238E27FC236}">
                <a16:creationId xmlns:a16="http://schemas.microsoft.com/office/drawing/2014/main" id="{74D7EDB6-19A7-4E7D-911E-D5EE2DD6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September 21–25, 2026</a:t>
            </a:r>
          </a:p>
        </p:txBody>
      </p:sp>
      <p:sp>
        <p:nvSpPr>
          <p:cNvPr id="8" name="shape-60">
            <a:extLst xmlns:a="http://schemas.openxmlformats.org/drawingml/2006/main">
              <a:ext uri="{FF2B5EF4-FFF2-40B4-BE49-F238E27FC236}">
                <a16:creationId xmlns:a16="http://schemas.microsoft.com/office/drawing/2014/main" id="{B94003B7-1B21-47D5-8DBE-D7A21819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428750"/>
            <a:ext cx="2324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19:00–22:00</a:t>
            </a:r>
          </a:p>
        </p:txBody>
      </p:sp>
      <p:sp>
        <p:nvSpPr>
          <p:cNvPr id="9" name="shape-61">
            <a:extLst xmlns:a="http://schemas.openxmlformats.org/drawingml/2006/main">
              <a:ext uri="{FF2B5EF4-FFF2-40B4-BE49-F238E27FC236}">
                <a16:creationId xmlns:a16="http://schemas.microsoft.com/office/drawing/2014/main" id="{BB3B5BB4-DAAC-46D8-9731-35834FA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476625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0" name="shape-62">
            <a:extLst xmlns:a="http://schemas.openxmlformats.org/drawingml/2006/main">
              <a:ext uri="{FF2B5EF4-FFF2-40B4-BE49-F238E27FC236}">
                <a16:creationId xmlns:a16="http://schemas.microsoft.com/office/drawing/2014/main" id="{E5014359-80D7-4AE9-9AB9-1FB616B0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2943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Wave 1</a:t>
            </a:r>
          </a:p>
        </p:txBody>
      </p:sp>
      <p:sp>
        <p:nvSpPr>
          <p:cNvPr id="11" name="shape-63">
            <a:extLst xmlns:a="http://schemas.openxmlformats.org/drawingml/2006/main">
              <a:ext uri="{FF2B5EF4-FFF2-40B4-BE49-F238E27FC236}">
                <a16:creationId xmlns:a16="http://schemas.microsoft.com/office/drawing/2014/main" id="{19C5A26C-DA9B-4CA0-B595-CCDA575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943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19:10–19:55</a:t>
            </a:r>
          </a:p>
        </p:txBody>
      </p:sp>
      <p:sp>
        <p:nvSpPr>
          <p:cNvPr id="12" name="shape-64">
            <a:extLst xmlns:a="http://schemas.openxmlformats.org/drawingml/2006/main">
              <a:ext uri="{FF2B5EF4-FFF2-40B4-BE49-F238E27FC236}">
                <a16:creationId xmlns:a16="http://schemas.microsoft.com/office/drawing/2014/main" id="{93538CE6-F377-43A6-B25F-7C86BBB9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943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Maximum 2 participants</a:t>
            </a:r>
          </a:p>
        </p:txBody>
      </p:sp>
      <p:sp>
        <p:nvSpPr>
          <p:cNvPr id="13" name="shape-65">
            <a:extLst xmlns:a="http://schemas.openxmlformats.org/drawingml/2006/main">
              <a:ext uri="{FF2B5EF4-FFF2-40B4-BE49-F238E27FC236}">
                <a16:creationId xmlns:a16="http://schemas.microsoft.com/office/drawing/2014/main" id="{B04E9B4D-C260-4D58-97CE-5E8E20F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05050"/>
            <a:ext cx="3476625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4" name="shape-66">
            <a:extLst xmlns:a="http://schemas.openxmlformats.org/drawingml/2006/main">
              <a:ext uri="{FF2B5EF4-FFF2-40B4-BE49-F238E27FC236}">
                <a16:creationId xmlns:a16="http://schemas.microsoft.com/office/drawing/2014/main" id="{07E4AC79-90AE-4468-AEFD-2150AF7E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81275"/>
            <a:ext cx="2943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Wave 2</a:t>
            </a:r>
          </a:p>
        </p:txBody>
      </p:sp>
      <p:sp>
        <p:nvSpPr>
          <p:cNvPr id="15" name="shape-67">
            <a:extLst xmlns:a="http://schemas.openxmlformats.org/drawingml/2006/main">
              <a:ext uri="{FF2B5EF4-FFF2-40B4-BE49-F238E27FC236}">
                <a16:creationId xmlns:a16="http://schemas.microsoft.com/office/drawing/2014/main" id="{F58E7958-0724-4696-B296-7BC687D9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28975"/>
            <a:ext cx="2943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20:00–20:45</a:t>
            </a:r>
          </a:p>
        </p:txBody>
      </p:sp>
      <p:sp>
        <p:nvSpPr>
          <p:cNvPr id="16" name="shape-68">
            <a:extLst xmlns:a="http://schemas.openxmlformats.org/drawingml/2006/main">
              <a:ext uri="{FF2B5EF4-FFF2-40B4-BE49-F238E27FC236}">
                <a16:creationId xmlns:a16="http://schemas.microsoft.com/office/drawing/2014/main" id="{AC9FBCD8-503C-401B-AE06-6F2C3E7A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67175"/>
            <a:ext cx="2943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Maximum 2 participants</a:t>
            </a:r>
          </a:p>
        </p:txBody>
      </p:sp>
      <p:sp>
        <p:nvSpPr>
          <p:cNvPr id="17" name="shape-69">
            <a:extLst xmlns:a="http://schemas.openxmlformats.org/drawingml/2006/main">
              <a:ext uri="{FF2B5EF4-FFF2-40B4-BE49-F238E27FC236}">
                <a16:creationId xmlns:a16="http://schemas.microsoft.com/office/drawing/2014/main" id="{AE4928AE-71FC-4003-8797-E92F786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476625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18" name="shape-70">
            <a:extLst xmlns:a="http://schemas.openxmlformats.org/drawingml/2006/main">
              <a:ext uri="{FF2B5EF4-FFF2-40B4-BE49-F238E27FC236}">
                <a16:creationId xmlns:a16="http://schemas.microsoft.com/office/drawing/2014/main" id="{1E3284D7-A569-4B85-A0F8-E22DB52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9432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Wave 3</a:t>
            </a:r>
          </a:p>
        </p:txBody>
      </p:sp>
      <p:sp>
        <p:nvSpPr>
          <p:cNvPr id="19" name="shape-71">
            <a:extLst xmlns:a="http://schemas.openxmlformats.org/drawingml/2006/main">
              <a:ext uri="{FF2B5EF4-FFF2-40B4-BE49-F238E27FC236}">
                <a16:creationId xmlns:a16="http://schemas.microsoft.com/office/drawing/2014/main" id="{9A2EC2E8-4AE2-4E47-97BF-2B8C2CE2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28975"/>
            <a:ext cx="29432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20:50–21:35</a:t>
            </a:r>
          </a:p>
        </p:txBody>
      </p:sp>
      <p:sp>
        <p:nvSpPr>
          <p:cNvPr id="20" name="shape-72">
            <a:extLst xmlns:a="http://schemas.openxmlformats.org/drawingml/2006/main">
              <a:ext uri="{FF2B5EF4-FFF2-40B4-BE49-F238E27FC236}">
                <a16:creationId xmlns:a16="http://schemas.microsoft.com/office/drawing/2014/main" id="{FF82552E-E752-4F9B-A6B7-B8DA7C83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67175"/>
            <a:ext cx="2943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Maximum 2 participants</a:t>
            </a:r>
          </a:p>
        </p:txBody>
      </p:sp>
      <p:sp>
        <p:nvSpPr>
          <p:cNvPr id="21" name="shape-73">
            <a:extLst xmlns:a="http://schemas.openxmlformats.org/drawingml/2006/main">
              <a:ext uri="{FF2B5EF4-FFF2-40B4-BE49-F238E27FC236}">
                <a16:creationId xmlns:a16="http://schemas.microsoft.com/office/drawing/2014/main" id="{E3B1623A-5BF0-482A-B06F-FF5CD53F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733425"/>
          </a:xfrm>
          <a:prstGeom xmlns:a="http://schemas.openxmlformats.org/drawingml/2006/main" prst="roundRect">
            <a:avLst>
              <a:gd name="adj" fmla="val 25974"/>
            </a:avLst>
          </a:prstGeom>
          <a:solidFill xmlns:a="http://schemas.openxmlformats.org/drawingml/2006/main">
            <a:srgbClr val="F8EEDC"/>
          </a:solidFill>
          <a:ln xmlns:a="http://schemas.openxmlformats.org/drawingml/2006/main" w="0">
            <a:noFill/>
          </a:ln>
        </p:spPr>
      </p:sp>
      <p:sp>
        <p:nvSpPr>
          <p:cNvPr id="22" name="shape-74">
            <a:extLst xmlns:a="http://schemas.openxmlformats.org/drawingml/2006/main">
              <a:ext uri="{FF2B5EF4-FFF2-40B4-BE49-F238E27FC236}">
                <a16:creationId xmlns:a16="http://schemas.microsoft.com/office/drawing/2014/main" id="{651EAC50-24C1-4FC0-89DF-091D2057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67325"/>
            <a:ext cx="1034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55C26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855C26"/>
                </a:solidFill>
                <a:latin typeface="Segoe UI"/>
                <a:ea typeface="Segoe UI"/>
                <a:cs typeface="Segoe UI"/>
              </a:rPr>
              <a:t>Please arrive 10–15 minutes before your scheduled interview.</a:t>
            </a:r>
          </a:p>
        </p:txBody>
      </p:sp>
    </p:spTree>
    <p:extLst>
      <p:ext uri="{BB962C8B-B14F-4D97-AF65-F5344CB8AC3E}">
        <p14:creationId xmlns:p14="http://schemas.microsoft.com/office/powerpoint/2010/main" val="87146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-75">
            <a:extLst xmlns:a="http://schemas.openxmlformats.org/drawingml/2006/main">
              <a:ext uri="{FF2B5EF4-FFF2-40B4-BE49-F238E27FC236}">
                <a16:creationId xmlns:a16="http://schemas.microsoft.com/office/drawing/2014/main" id="{D071FE67-2859-4BC5-9956-22A5B313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2" name="shape-76">
            <a:extLst xmlns:a="http://schemas.openxmlformats.org/drawingml/2006/main">
              <a:ext uri="{FF2B5EF4-FFF2-40B4-BE49-F238E27FC236}">
                <a16:creationId xmlns:a16="http://schemas.microsoft.com/office/drawing/2014/main" id="{AD5A5ECA-2184-4CF1-A027-4CC5FF09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 Flow</a:t>
            </a:r>
          </a:p>
        </p:txBody>
      </p:sp>
      <p:sp>
        <p:nvSpPr>
          <p:cNvPr id="3" name="shape-77">
            <a:extLst xmlns:a="http://schemas.openxmlformats.org/drawingml/2006/main">
              <a:ext uri="{FF2B5EF4-FFF2-40B4-BE49-F238E27FC236}">
                <a16:creationId xmlns:a16="http://schemas.microsoft.com/office/drawing/2014/main" id="{B1AFC379-3752-470E-BDE3-4CAC56ED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78">
            <a:extLst xmlns:a="http://schemas.openxmlformats.org/drawingml/2006/main">
              <a:ext uri="{FF2B5EF4-FFF2-40B4-BE49-F238E27FC236}">
                <a16:creationId xmlns:a16="http://schemas.microsoft.com/office/drawing/2014/main" id="{BCD14D3A-E3FC-41CC-9B60-C9A2E2E4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79">
            <a:extLst xmlns:a="http://schemas.openxmlformats.org/drawingml/2006/main">
              <a:ext uri="{FF2B5EF4-FFF2-40B4-BE49-F238E27FC236}">
                <a16:creationId xmlns:a16="http://schemas.microsoft.com/office/drawing/2014/main" id="{5C6FC68C-5AE7-4C24-A03B-6F017FCC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shape-80">
            <a:extLst xmlns:a="http://schemas.openxmlformats.org/drawingml/2006/main">
              <a:ext uri="{FF2B5EF4-FFF2-40B4-BE49-F238E27FC236}">
                <a16:creationId xmlns:a16="http://schemas.microsoft.com/office/drawing/2014/main" id="{B57F3C39-FE0A-4CC5-B234-DB70FC60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71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7" name="shape-81">
            <a:extLst xmlns:a="http://schemas.openxmlformats.org/drawingml/2006/main">
              <a:ext uri="{FF2B5EF4-FFF2-40B4-BE49-F238E27FC236}">
                <a16:creationId xmlns:a16="http://schemas.microsoft.com/office/drawing/2014/main" id="{288186D9-7464-4A25-8521-F270FE2D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876425"/>
            <a:ext cx="70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AF8F2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AF8F2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shape-82">
            <a:extLst xmlns:a="http://schemas.openxmlformats.org/drawingml/2006/main">
              <a:ext uri="{FF2B5EF4-FFF2-40B4-BE49-F238E27FC236}">
                <a16:creationId xmlns:a16="http://schemas.microsoft.com/office/drawing/2014/main" id="{91DCA0EE-63EC-4EF3-B1D6-08154DEC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574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9" name="shape-83">
            <a:extLst xmlns:a="http://schemas.openxmlformats.org/drawingml/2006/main">
              <a:ext uri="{FF2B5EF4-FFF2-40B4-BE49-F238E27FC236}">
                <a16:creationId xmlns:a16="http://schemas.microsoft.com/office/drawing/2014/main" id="{3F454467-A51E-43FE-BC76-5F1C9C44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Arrival &amp;</a:t>
            </a:r>
          </a:p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Check-in</a:t>
            </a:r>
          </a:p>
        </p:txBody>
      </p:sp>
      <p:sp>
        <p:nvSpPr>
          <p:cNvPr id="10" name="shape-84">
            <a:extLst xmlns:a="http://schemas.openxmlformats.org/drawingml/2006/main">
              <a:ext uri="{FF2B5EF4-FFF2-40B4-BE49-F238E27FC236}">
                <a16:creationId xmlns:a16="http://schemas.microsoft.com/office/drawing/2014/main" id="{34928D0F-E4C3-418E-8B93-A18A2008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0"/>
            <a:ext cx="19812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Arrive at the Glass Room and check in with the recruitment team.</a:t>
            </a:r>
          </a:p>
        </p:txBody>
      </p:sp>
      <p:sp>
        <p:nvSpPr>
          <p:cNvPr id="11" name="shape-85">
            <a:extLst xmlns:a="http://schemas.openxmlformats.org/drawingml/2006/main">
              <a:ext uri="{FF2B5EF4-FFF2-40B4-BE49-F238E27FC236}">
                <a16:creationId xmlns:a16="http://schemas.microsoft.com/office/drawing/2014/main" id="{CB5AC58F-2E51-4D64-B4C2-07F9C43C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71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3"/>
          </a:solidFill>
          <a:ln xmlns:a="http://schemas.openxmlformats.org/drawingml/2006/main" w="0">
            <a:noFill/>
          </a:ln>
        </p:spPr>
      </p:sp>
      <p:sp>
        <p:nvSpPr>
          <p:cNvPr id="12" name="shape-86">
            <a:extLst xmlns:a="http://schemas.openxmlformats.org/drawingml/2006/main">
              <a:ext uri="{FF2B5EF4-FFF2-40B4-BE49-F238E27FC236}">
                <a16:creationId xmlns:a16="http://schemas.microsoft.com/office/drawing/2014/main" id="{C9D82ABD-5055-4BEF-B988-01D8B516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76425"/>
            <a:ext cx="70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3" name="shape-87">
            <a:extLst xmlns:a="http://schemas.openxmlformats.org/drawingml/2006/main">
              <a:ext uri="{FF2B5EF4-FFF2-40B4-BE49-F238E27FC236}">
                <a16:creationId xmlns:a16="http://schemas.microsoft.com/office/drawing/2014/main" id="{89AF59FE-3AC7-4333-A954-A23EEA90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574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14" name="shape-88">
            <a:extLst xmlns:a="http://schemas.openxmlformats.org/drawingml/2006/main">
              <a:ext uri="{FF2B5EF4-FFF2-40B4-BE49-F238E27FC236}">
                <a16:creationId xmlns:a16="http://schemas.microsoft.com/office/drawing/2014/main" id="{A3A3BFFC-0600-405E-8EB1-CCD14E57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62275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Introduction</a:t>
            </a:r>
          </a:p>
        </p:txBody>
      </p:sp>
      <p:sp>
        <p:nvSpPr>
          <p:cNvPr id="15" name="shape-89">
            <a:extLst xmlns:a="http://schemas.openxmlformats.org/drawingml/2006/main">
              <a:ext uri="{FF2B5EF4-FFF2-40B4-BE49-F238E27FC236}">
                <a16:creationId xmlns:a16="http://schemas.microsoft.com/office/drawing/2014/main" id="{4C0E4855-FA48-48C7-8D92-629BDCC6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19812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Begin with a short introduction.</a:t>
            </a:r>
          </a:p>
        </p:txBody>
      </p:sp>
      <p:sp>
        <p:nvSpPr>
          <p:cNvPr id="16" name="shape-90">
            <a:extLst xmlns:a="http://schemas.openxmlformats.org/drawingml/2006/main">
              <a:ext uri="{FF2B5EF4-FFF2-40B4-BE49-F238E27FC236}">
                <a16:creationId xmlns:a16="http://schemas.microsoft.com/office/drawing/2014/main" id="{75259B37-6442-4275-B40E-780675E8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71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3"/>
          </a:solidFill>
          <a:ln xmlns:a="http://schemas.openxmlformats.org/drawingml/2006/main" w="0">
            <a:noFill/>
          </a:ln>
        </p:spPr>
      </p:sp>
      <p:sp>
        <p:nvSpPr>
          <p:cNvPr id="17" name="shape-91">
            <a:extLst xmlns:a="http://schemas.openxmlformats.org/drawingml/2006/main">
              <a:ext uri="{FF2B5EF4-FFF2-40B4-BE49-F238E27FC236}">
                <a16:creationId xmlns:a16="http://schemas.microsoft.com/office/drawing/2014/main" id="{2E3B7878-0AFA-4A8D-9156-A576880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876425"/>
            <a:ext cx="70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8" name="shape-92">
            <a:extLst xmlns:a="http://schemas.openxmlformats.org/drawingml/2006/main">
              <a:ext uri="{FF2B5EF4-FFF2-40B4-BE49-F238E27FC236}">
                <a16:creationId xmlns:a16="http://schemas.microsoft.com/office/drawing/2014/main" id="{C3315EC5-5E8D-4B01-82A9-AF115981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574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19" name="shape-93">
            <a:extLst xmlns:a="http://schemas.openxmlformats.org/drawingml/2006/main">
              <a:ext uri="{FF2B5EF4-FFF2-40B4-BE49-F238E27FC236}">
                <a16:creationId xmlns:a16="http://schemas.microsoft.com/office/drawing/2014/main" id="{F96C92C8-E566-4578-B947-CF820D2F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62275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</a:t>
            </a:r>
          </a:p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Session</a:t>
            </a:r>
          </a:p>
        </p:txBody>
      </p:sp>
      <p:sp>
        <p:nvSpPr>
          <p:cNvPr id="20" name="shape-94">
            <a:extLst xmlns:a="http://schemas.openxmlformats.org/drawingml/2006/main">
              <a:ext uri="{FF2B5EF4-FFF2-40B4-BE49-F238E27FC236}">
                <a16:creationId xmlns:a16="http://schemas.microsoft.com/office/drawing/2014/main" id="{22A56D81-255B-4E6D-AC24-86D6514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000500"/>
            <a:ext cx="19812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Continue with the formal interview session.</a:t>
            </a:r>
          </a:p>
        </p:txBody>
      </p:sp>
      <p:sp>
        <p:nvSpPr>
          <p:cNvPr id="21" name="shape-95">
            <a:extLst xmlns:a="http://schemas.openxmlformats.org/drawingml/2006/main">
              <a:ext uri="{FF2B5EF4-FFF2-40B4-BE49-F238E27FC236}">
                <a16:creationId xmlns:a16="http://schemas.microsoft.com/office/drawing/2014/main" id="{259BF54C-64AF-41B3-A441-B4BA47B8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771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3"/>
          </a:solidFill>
          <a:ln xmlns:a="http://schemas.openxmlformats.org/drawingml/2006/main" w="0">
            <a:noFill/>
          </a:ln>
        </p:spPr>
      </p:sp>
      <p:sp>
        <p:nvSpPr>
          <p:cNvPr id="22" name="shape-96">
            <a:extLst xmlns:a="http://schemas.openxmlformats.org/drawingml/2006/main">
              <a:ext uri="{FF2B5EF4-FFF2-40B4-BE49-F238E27FC236}">
                <a16:creationId xmlns:a16="http://schemas.microsoft.com/office/drawing/2014/main" id="{EA736832-3F6E-4900-A90D-6B8734A0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76425"/>
            <a:ext cx="70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3" name="shape-97">
            <a:extLst xmlns:a="http://schemas.openxmlformats.org/drawingml/2006/main">
              <a:ext uri="{FF2B5EF4-FFF2-40B4-BE49-F238E27FC236}">
                <a16:creationId xmlns:a16="http://schemas.microsoft.com/office/drawing/2014/main" id="{ADA2C55E-6C68-47F5-A56D-C4F5A4D2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57400"/>
            <a:ext cx="3619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05EA9"/>
          </a:solidFill>
          <a:ln xmlns:a="http://schemas.openxmlformats.org/drawingml/2006/main" w="0">
            <a:noFill/>
          </a:ln>
        </p:spPr>
      </p:sp>
      <p:sp>
        <p:nvSpPr>
          <p:cNvPr id="24" name="shape-98">
            <a:extLst xmlns:a="http://schemas.openxmlformats.org/drawingml/2006/main">
              <a:ext uri="{FF2B5EF4-FFF2-40B4-BE49-F238E27FC236}">
                <a16:creationId xmlns:a16="http://schemas.microsoft.com/office/drawing/2014/main" id="{AD726D33-2F23-4F32-96EB-946666B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62275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Participant</a:t>
            </a:r>
          </a:p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Questions</a:t>
            </a:r>
          </a:p>
        </p:txBody>
      </p:sp>
      <p:sp>
        <p:nvSpPr>
          <p:cNvPr id="25" name="shape-99">
            <a:extLst xmlns:a="http://schemas.openxmlformats.org/drawingml/2006/main">
              <a:ext uri="{FF2B5EF4-FFF2-40B4-BE49-F238E27FC236}">
                <a16:creationId xmlns:a16="http://schemas.microsoft.com/office/drawing/2014/main" id="{7D0984BF-73A7-4278-A92A-FF1AA875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00500"/>
            <a:ext cx="19812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Ask questions near the end of the session.</a:t>
            </a:r>
          </a:p>
        </p:txBody>
      </p:sp>
      <p:sp>
        <p:nvSpPr>
          <p:cNvPr id="26" name="shape-100">
            <a:extLst xmlns:a="http://schemas.openxmlformats.org/drawingml/2006/main">
              <a:ext uri="{FF2B5EF4-FFF2-40B4-BE49-F238E27FC236}">
                <a16:creationId xmlns:a16="http://schemas.microsoft.com/office/drawing/2014/main" id="{F16F4514-F80D-42BE-9B8B-6731437B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716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8F3"/>
          </a:solidFill>
          <a:ln xmlns:a="http://schemas.openxmlformats.org/drawingml/2006/main" w="0">
            <a:noFill/>
          </a:ln>
        </p:spPr>
      </p:sp>
      <p:sp>
        <p:nvSpPr>
          <p:cNvPr id="27" name="shape-101">
            <a:extLst xmlns:a="http://schemas.openxmlformats.org/drawingml/2006/main">
              <a:ext uri="{FF2B5EF4-FFF2-40B4-BE49-F238E27FC236}">
                <a16:creationId xmlns:a16="http://schemas.microsoft.com/office/drawing/2014/main" id="{AD6351CA-05ED-4337-B85E-6660C6A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76425"/>
            <a:ext cx="704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8" name="shape-102">
            <a:extLst xmlns:a="http://schemas.openxmlformats.org/drawingml/2006/main">
              <a:ext uri="{FF2B5EF4-FFF2-40B4-BE49-F238E27FC236}">
                <a16:creationId xmlns:a16="http://schemas.microsoft.com/office/drawing/2014/main" id="{82BC73B3-FF1D-400A-80CF-B41220B5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62275"/>
            <a:ext cx="2000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Closing</a:t>
            </a:r>
          </a:p>
        </p:txBody>
      </p:sp>
      <p:sp>
        <p:nvSpPr>
          <p:cNvPr id="29" name="shape-103">
            <a:extLst xmlns:a="http://schemas.openxmlformats.org/drawingml/2006/main">
              <a:ext uri="{FF2B5EF4-FFF2-40B4-BE49-F238E27FC236}">
                <a16:creationId xmlns:a16="http://schemas.microsoft.com/office/drawing/2014/main" id="{51B3C083-4A54-49D1-A3C4-05AA1A08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812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The interview session concludes.</a:t>
            </a:r>
          </a:p>
        </p:txBody>
      </p:sp>
    </p:spTree>
    <p:extLst>
      <p:ext uri="{BB962C8B-B14F-4D97-AF65-F5344CB8AC3E}">
        <p14:creationId xmlns:p14="http://schemas.microsoft.com/office/powerpoint/2010/main" val="1237352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04">
            <a:extLst xmlns:a="http://schemas.openxmlformats.org/drawingml/2006/main">
              <a:ext uri="{FF2B5EF4-FFF2-40B4-BE49-F238E27FC236}">
                <a16:creationId xmlns:a16="http://schemas.microsoft.com/office/drawing/2014/main" id="{E67F6BD6-FD54-42F9-9A3D-05EDC368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C52"/>
          </a:solidFill>
          <a:ln xmlns:a="http://schemas.openxmlformats.org/drawingml/2006/main" w="0">
            <a:noFill/>
          </a:ln>
        </p:spPr>
      </p:sp>
      <p:sp>
        <p:nvSpPr>
          <p:cNvPr id="2" name="shape-105">
            <a:extLst xmlns:a="http://schemas.openxmlformats.org/drawingml/2006/main">
              <a:ext uri="{FF2B5EF4-FFF2-40B4-BE49-F238E27FC236}">
                <a16:creationId xmlns:a16="http://schemas.microsoft.com/office/drawing/2014/main" id="{EAEDC98D-03AE-4C95-942E-7FC5F207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What to Prepare</a:t>
            </a:r>
          </a:p>
        </p:txBody>
      </p:sp>
      <p:sp>
        <p:nvSpPr>
          <p:cNvPr id="3" name="shape-106">
            <a:extLst xmlns:a="http://schemas.openxmlformats.org/drawingml/2006/main">
              <a:ext uri="{FF2B5EF4-FFF2-40B4-BE49-F238E27FC236}">
                <a16:creationId xmlns:a16="http://schemas.microsoft.com/office/drawing/2014/main" id="{9EF0B336-EF0E-4CCA-A74B-3FD18364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107">
            <a:extLst xmlns:a="http://schemas.openxmlformats.org/drawingml/2006/main">
              <a:ext uri="{FF2B5EF4-FFF2-40B4-BE49-F238E27FC236}">
                <a16:creationId xmlns:a16="http://schemas.microsoft.com/office/drawing/2014/main" id="{9F779D13-EFF7-4FAE-A24A-5DEA5CD2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108">
            <a:extLst xmlns:a="http://schemas.openxmlformats.org/drawingml/2006/main">
              <a:ext uri="{FF2B5EF4-FFF2-40B4-BE49-F238E27FC236}">
                <a16:creationId xmlns:a16="http://schemas.microsoft.com/office/drawing/2014/main" id="{B75F23CF-4575-4DDF-9875-CD833DB5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shape-109">
            <a:extLst xmlns:a="http://schemas.openxmlformats.org/drawingml/2006/main">
              <a:ext uri="{FF2B5EF4-FFF2-40B4-BE49-F238E27FC236}">
                <a16:creationId xmlns:a16="http://schemas.microsoft.com/office/drawing/2014/main" id="{8966FB0D-8DD4-4CFF-BDDF-A5A41E4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Before the interview</a:t>
            </a:r>
          </a:p>
        </p:txBody>
      </p:sp>
      <p:sp>
        <p:nvSpPr>
          <p:cNvPr id="7" name="shape-110">
            <a:extLst xmlns:a="http://schemas.openxmlformats.org/drawingml/2006/main">
              <a:ext uri="{FF2B5EF4-FFF2-40B4-BE49-F238E27FC236}">
                <a16:creationId xmlns:a16="http://schemas.microsoft.com/office/drawing/2014/main" id="{79452EDD-3010-4C3E-A28E-BCB0E101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573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On the day</a:t>
            </a:r>
          </a:p>
        </p:txBody>
      </p:sp>
      <p:sp>
        <p:nvSpPr>
          <p:cNvPr id="8" name="shape-111">
            <a:extLst xmlns:a="http://schemas.openxmlformats.org/drawingml/2006/main">
              <a:ext uri="{FF2B5EF4-FFF2-40B4-BE49-F238E27FC236}">
                <a16:creationId xmlns:a16="http://schemas.microsoft.com/office/drawing/2014/main" id="{3D7D0D29-B9BF-46C3-AF77-D2E80EE9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9" name="shape-112">
            <a:extLst xmlns:a="http://schemas.openxmlformats.org/drawingml/2006/main">
              <a:ext uri="{FF2B5EF4-FFF2-40B4-BE49-F238E27FC236}">
                <a16:creationId xmlns:a16="http://schemas.microsoft.com/office/drawing/2014/main" id="{42456BDB-0027-4D38-A646-1EB81DEC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47875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10" name="shape-113">
            <a:extLst xmlns:a="http://schemas.openxmlformats.org/drawingml/2006/main">
              <a:ext uri="{FF2B5EF4-FFF2-40B4-BE49-F238E27FC236}">
                <a16:creationId xmlns:a16="http://schemas.microsoft.com/office/drawing/2014/main" id="{97121A24-068C-4D20-BB62-A69F32DB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11" name="shape-114">
            <a:extLst xmlns:a="http://schemas.openxmlformats.org/drawingml/2006/main">
              <a:ext uri="{FF2B5EF4-FFF2-40B4-BE49-F238E27FC236}">
                <a16:creationId xmlns:a16="http://schemas.microsoft.com/office/drawing/2014/main" id="{FCE48816-7FD5-4DFC-8BA7-FC5EBF8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526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2" name="shape-115">
            <a:extLst xmlns:a="http://schemas.openxmlformats.org/drawingml/2006/main">
              <a:ext uri="{FF2B5EF4-FFF2-40B4-BE49-F238E27FC236}">
                <a16:creationId xmlns:a16="http://schemas.microsoft.com/office/drawing/2014/main" id="{846E5AD6-A9A5-4895-9BB0-4B1258E4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Know the Glass Room location beforehand.</a:t>
            </a:r>
          </a:p>
        </p:txBody>
      </p:sp>
      <p:sp>
        <p:nvSpPr>
          <p:cNvPr id="13" name="shape-116">
            <a:extLst xmlns:a="http://schemas.openxmlformats.org/drawingml/2006/main">
              <a:ext uri="{FF2B5EF4-FFF2-40B4-BE49-F238E27FC236}">
                <a16:creationId xmlns:a16="http://schemas.microsoft.com/office/drawing/2014/main" id="{DBF01293-0965-4189-AE19-B018B1A2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14" name="shape-117">
            <a:extLst xmlns:a="http://schemas.openxmlformats.org/drawingml/2006/main">
              <a:ext uri="{FF2B5EF4-FFF2-40B4-BE49-F238E27FC236}">
                <a16:creationId xmlns:a16="http://schemas.microsoft.com/office/drawing/2014/main" id="{817D727B-ADC1-4D9D-8653-65EC12DD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5" name="shape-118">
            <a:extLst xmlns:a="http://schemas.openxmlformats.org/drawingml/2006/main">
              <a:ext uri="{FF2B5EF4-FFF2-40B4-BE49-F238E27FC236}">
                <a16:creationId xmlns:a16="http://schemas.microsoft.com/office/drawing/2014/main" id="{B16B02E1-FCD3-4137-9032-48B4E964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897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Review the information you submitted during registration.</a:t>
            </a:r>
          </a:p>
        </p:txBody>
      </p:sp>
      <p:sp>
        <p:nvSpPr>
          <p:cNvPr id="16" name="shape-119">
            <a:extLst xmlns:a="http://schemas.openxmlformats.org/drawingml/2006/main">
              <a:ext uri="{FF2B5EF4-FFF2-40B4-BE49-F238E27FC236}">
                <a16:creationId xmlns:a16="http://schemas.microsoft.com/office/drawing/2014/main" id="{EA5DA2AB-0C50-4963-AA10-DB777A52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17" name="shape-120">
            <a:extLst xmlns:a="http://schemas.openxmlformats.org/drawingml/2006/main">
              <a:ext uri="{FF2B5EF4-FFF2-40B4-BE49-F238E27FC236}">
                <a16:creationId xmlns:a16="http://schemas.microsoft.com/office/drawing/2014/main" id="{6B5BAB2B-898B-4891-9D7E-B4D5645B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432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8" name="shape-121">
            <a:extLst xmlns:a="http://schemas.openxmlformats.org/drawingml/2006/main">
              <a:ext uri="{FF2B5EF4-FFF2-40B4-BE49-F238E27FC236}">
                <a16:creationId xmlns:a16="http://schemas.microsoft.com/office/drawing/2014/main" id="{3C0D048C-24DA-4455-9A34-4FD28B1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Be prepared to introduce yourself.</a:t>
            </a:r>
          </a:p>
        </p:txBody>
      </p:sp>
      <p:sp>
        <p:nvSpPr>
          <p:cNvPr id="19" name="shape-122">
            <a:extLst xmlns:a="http://schemas.openxmlformats.org/drawingml/2006/main">
              <a:ext uri="{FF2B5EF4-FFF2-40B4-BE49-F238E27FC236}">
                <a16:creationId xmlns:a16="http://schemas.microsoft.com/office/drawing/2014/main" id="{BEA6DF91-6AE6-4810-9C15-64A265A4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0" name="shape-123">
            <a:extLst xmlns:a="http://schemas.openxmlformats.org/drawingml/2006/main">
              <a:ext uri="{FF2B5EF4-FFF2-40B4-BE49-F238E27FC236}">
                <a16:creationId xmlns:a16="http://schemas.microsoft.com/office/drawing/2014/main" id="{CBE3C350-AC09-4196-B387-63D1E54F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015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1" name="shape-124">
            <a:extLst xmlns:a="http://schemas.openxmlformats.org/drawingml/2006/main">
              <a:ext uri="{FF2B5EF4-FFF2-40B4-BE49-F238E27FC236}">
                <a16:creationId xmlns:a16="http://schemas.microsoft.com/office/drawing/2014/main" id="{7ABE1EF8-B39E-4B03-84D0-551C6B57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Be ready to discuss your motivation, experience, and commitment.</a:t>
            </a:r>
          </a:p>
        </p:txBody>
      </p:sp>
      <p:sp>
        <p:nvSpPr>
          <p:cNvPr id="22" name="shape-125">
            <a:extLst xmlns:a="http://schemas.openxmlformats.org/drawingml/2006/main">
              <a:ext uri="{FF2B5EF4-FFF2-40B4-BE49-F238E27FC236}">
                <a16:creationId xmlns:a16="http://schemas.microsoft.com/office/drawing/2014/main" id="{60714B37-FA91-440E-9EA5-5E317DD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3" name="shape-126">
            <a:extLst xmlns:a="http://schemas.openxmlformats.org/drawingml/2006/main">
              <a:ext uri="{FF2B5EF4-FFF2-40B4-BE49-F238E27FC236}">
                <a16:creationId xmlns:a16="http://schemas.microsoft.com/office/drawing/2014/main" id="{BF4A29DF-1A4E-421E-810F-925E1607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526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4" name="shape-127">
            <a:extLst xmlns:a="http://schemas.openxmlformats.org/drawingml/2006/main">
              <a:ext uri="{FF2B5EF4-FFF2-40B4-BE49-F238E27FC236}">
                <a16:creationId xmlns:a16="http://schemas.microsoft.com/office/drawing/2014/main" id="{43BC55FE-79E4-47B9-8CA0-4B478EEA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Arrive 10–15 minutes early.</a:t>
            </a:r>
          </a:p>
        </p:txBody>
      </p:sp>
      <p:sp>
        <p:nvSpPr>
          <p:cNvPr id="25" name="shape-128">
            <a:extLst xmlns:a="http://schemas.openxmlformats.org/drawingml/2006/main">
              <a:ext uri="{FF2B5EF4-FFF2-40B4-BE49-F238E27FC236}">
                <a16:creationId xmlns:a16="http://schemas.microsoft.com/office/drawing/2014/main" id="{D7F95850-BA6A-417C-89D5-7608A80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9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6" name="shape-129">
            <a:extLst xmlns:a="http://schemas.openxmlformats.org/drawingml/2006/main">
              <a:ext uri="{FF2B5EF4-FFF2-40B4-BE49-F238E27FC236}">
                <a16:creationId xmlns:a16="http://schemas.microsoft.com/office/drawing/2014/main" id="{C7FDE667-70CC-4FCB-8270-A3EC37C4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194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7" name="shape-130">
            <a:extLst xmlns:a="http://schemas.openxmlformats.org/drawingml/2006/main">
              <a:ext uri="{FF2B5EF4-FFF2-40B4-BE49-F238E27FC236}">
                <a16:creationId xmlns:a16="http://schemas.microsoft.com/office/drawing/2014/main" id="{3AED9A7C-D43C-4D47-847A-91706CBB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099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Wear proper and presentable attire.</a:t>
            </a:r>
          </a:p>
        </p:txBody>
      </p:sp>
      <p:sp>
        <p:nvSpPr>
          <p:cNvPr id="28" name="shape-131">
            <a:extLst xmlns:a="http://schemas.openxmlformats.org/drawingml/2006/main">
              <a:ext uri="{FF2B5EF4-FFF2-40B4-BE49-F238E27FC236}">
                <a16:creationId xmlns:a16="http://schemas.microsoft.com/office/drawing/2014/main" id="{565C874D-F6E0-43B3-A589-5B95091F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9" name="shape-132">
            <a:extLst xmlns:a="http://schemas.openxmlformats.org/drawingml/2006/main">
              <a:ext uri="{FF2B5EF4-FFF2-40B4-BE49-F238E27FC236}">
                <a16:creationId xmlns:a16="http://schemas.microsoft.com/office/drawing/2014/main" id="{4212D3A2-AACC-489B-B7FC-869B241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862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0" name="shape-133">
            <a:extLst xmlns:a="http://schemas.openxmlformats.org/drawingml/2006/main">
              <a:ext uri="{FF2B5EF4-FFF2-40B4-BE49-F238E27FC236}">
                <a16:creationId xmlns:a16="http://schemas.microsoft.com/office/drawing/2014/main" id="{FA276B37-FFB8-43E8-B28E-D0E275C2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767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Bring any personal necessities you may need.</a:t>
            </a:r>
          </a:p>
        </p:txBody>
      </p:sp>
    </p:spTree>
    <p:extLst>
      <p:ext uri="{BB962C8B-B14F-4D97-AF65-F5344CB8AC3E}">
        <p14:creationId xmlns:p14="http://schemas.microsoft.com/office/powerpoint/2010/main" val="465530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34">
            <a:extLst xmlns:a="http://schemas.openxmlformats.org/drawingml/2006/main">
              <a:ext uri="{FF2B5EF4-FFF2-40B4-BE49-F238E27FC236}">
                <a16:creationId xmlns:a16="http://schemas.microsoft.com/office/drawing/2014/main" id="{52E6C180-7544-492A-8F9B-B7481EB4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C52"/>
          </a:solidFill>
          <a:ln xmlns:a="http://schemas.openxmlformats.org/drawingml/2006/main" w="0">
            <a:noFill/>
          </a:ln>
        </p:spPr>
      </p:sp>
      <p:sp>
        <p:nvSpPr>
          <p:cNvPr id="2" name="shape-135">
            <a:extLst xmlns:a="http://schemas.openxmlformats.org/drawingml/2006/main">
              <a:ext uri="{FF2B5EF4-FFF2-40B4-BE49-F238E27FC236}">
                <a16:creationId xmlns:a16="http://schemas.microsoft.com/office/drawing/2014/main" id="{19E86E47-15BD-4B0E-98F6-4A46FA61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Interview Guidelines</a:t>
            </a:r>
          </a:p>
        </p:txBody>
      </p:sp>
      <p:sp>
        <p:nvSpPr>
          <p:cNvPr id="3" name="shape-136">
            <a:extLst xmlns:a="http://schemas.openxmlformats.org/drawingml/2006/main">
              <a:ext uri="{FF2B5EF4-FFF2-40B4-BE49-F238E27FC236}">
                <a16:creationId xmlns:a16="http://schemas.microsoft.com/office/drawing/2014/main" id="{C1873EF1-E0B7-4A31-A368-AEF9B5CC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137">
            <a:extLst xmlns:a="http://schemas.openxmlformats.org/drawingml/2006/main">
              <a:ext uri="{FF2B5EF4-FFF2-40B4-BE49-F238E27FC236}">
                <a16:creationId xmlns:a16="http://schemas.microsoft.com/office/drawing/2014/main" id="{DEA24D1F-18FF-421D-AC61-DD6D45B7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138">
            <a:extLst xmlns:a="http://schemas.openxmlformats.org/drawingml/2006/main">
              <a:ext uri="{FF2B5EF4-FFF2-40B4-BE49-F238E27FC236}">
                <a16:creationId xmlns:a16="http://schemas.microsoft.com/office/drawing/2014/main" id="{1F7BA5AA-C7FA-4933-B286-FCFC9DE2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shape-139">
            <a:extLst xmlns:a="http://schemas.openxmlformats.org/drawingml/2006/main">
              <a:ext uri="{FF2B5EF4-FFF2-40B4-BE49-F238E27FC236}">
                <a16:creationId xmlns:a16="http://schemas.microsoft.com/office/drawing/2014/main" id="{E46AB784-7E71-4C38-ABAF-BB81ED0C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095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Professional presence</a:t>
            </a:r>
          </a:p>
        </p:txBody>
      </p:sp>
      <p:sp>
        <p:nvSpPr>
          <p:cNvPr id="7" name="shape-140">
            <a:extLst xmlns:a="http://schemas.openxmlformats.org/drawingml/2006/main">
              <a:ext uri="{FF2B5EF4-FFF2-40B4-BE49-F238E27FC236}">
                <a16:creationId xmlns:a16="http://schemas.microsoft.com/office/drawing/2014/main" id="{6F728BA8-8B33-491A-A9A2-30569F34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47800"/>
            <a:ext cx="4876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A respectful conversation</a:t>
            </a:r>
          </a:p>
        </p:txBody>
      </p:sp>
      <p:sp>
        <p:nvSpPr>
          <p:cNvPr id="8" name="shape-141">
            <a:extLst xmlns:a="http://schemas.openxmlformats.org/drawingml/2006/main">
              <a:ext uri="{FF2B5EF4-FFF2-40B4-BE49-F238E27FC236}">
                <a16:creationId xmlns:a16="http://schemas.microsoft.com/office/drawing/2014/main" id="{F463BC7A-FE2E-4038-BA6B-A7A23E89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478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9" name="shape-142">
            <a:extLst xmlns:a="http://schemas.openxmlformats.org/drawingml/2006/main">
              <a:ext uri="{FF2B5EF4-FFF2-40B4-BE49-F238E27FC236}">
                <a16:creationId xmlns:a16="http://schemas.microsoft.com/office/drawing/2014/main" id="{148E3BCB-CA66-4BA2-854D-97C5B4F0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87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10" name="shape-143">
            <a:extLst xmlns:a="http://schemas.openxmlformats.org/drawingml/2006/main">
              <a:ext uri="{FF2B5EF4-FFF2-40B4-BE49-F238E27FC236}">
                <a16:creationId xmlns:a16="http://schemas.microsoft.com/office/drawing/2014/main" id="{5BE60CEB-6C84-4F9F-B62C-7B5692A6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11" name="shape-144">
            <a:extLst xmlns:a="http://schemas.openxmlformats.org/drawingml/2006/main">
              <a:ext uri="{FF2B5EF4-FFF2-40B4-BE49-F238E27FC236}">
                <a16:creationId xmlns:a16="http://schemas.microsoft.com/office/drawing/2014/main" id="{BAED4B99-01D5-4809-BD71-973AF25C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2" name="shape-145">
            <a:extLst xmlns:a="http://schemas.openxmlformats.org/drawingml/2006/main">
              <a:ext uri="{FF2B5EF4-FFF2-40B4-BE49-F238E27FC236}">
                <a16:creationId xmlns:a16="http://schemas.microsoft.com/office/drawing/2014/main" id="{901DC8D7-1593-44CD-A140-EA12B5AA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907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Be on time.</a:t>
            </a:r>
          </a:p>
        </p:txBody>
      </p:sp>
      <p:sp>
        <p:nvSpPr>
          <p:cNvPr id="13" name="shape-146">
            <a:extLst xmlns:a="http://schemas.openxmlformats.org/drawingml/2006/main">
              <a:ext uri="{FF2B5EF4-FFF2-40B4-BE49-F238E27FC236}">
                <a16:creationId xmlns:a16="http://schemas.microsoft.com/office/drawing/2014/main" id="{7D251D89-6689-453A-B698-64F00FC0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14" name="shape-147">
            <a:extLst xmlns:a="http://schemas.openxmlformats.org/drawingml/2006/main">
              <a:ext uri="{FF2B5EF4-FFF2-40B4-BE49-F238E27FC236}">
                <a16:creationId xmlns:a16="http://schemas.microsoft.com/office/drawing/2014/main" id="{2A2B32EA-07F8-4D03-950E-1A18D2FC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5" name="shape-148">
            <a:extLst xmlns:a="http://schemas.openxmlformats.org/drawingml/2006/main">
              <a:ext uri="{FF2B5EF4-FFF2-40B4-BE49-F238E27FC236}">
                <a16:creationId xmlns:a16="http://schemas.microsoft.com/office/drawing/2014/main" id="{D1D133CD-475A-4167-A9B4-AF8FAA8A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Dress appropriately.</a:t>
            </a:r>
          </a:p>
        </p:txBody>
      </p:sp>
      <p:sp>
        <p:nvSpPr>
          <p:cNvPr id="16" name="shape-149">
            <a:extLst xmlns:a="http://schemas.openxmlformats.org/drawingml/2006/main">
              <a:ext uri="{FF2B5EF4-FFF2-40B4-BE49-F238E27FC236}">
                <a16:creationId xmlns:a16="http://schemas.microsoft.com/office/drawing/2014/main" id="{3FCBCC4F-524A-4306-9A80-0AD3AECE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17" name="shape-150">
            <a:extLst xmlns:a="http://schemas.openxmlformats.org/drawingml/2006/main">
              <a:ext uri="{FF2B5EF4-FFF2-40B4-BE49-F238E27FC236}">
                <a16:creationId xmlns:a16="http://schemas.microsoft.com/office/drawing/2014/main" id="{0794B6B6-B589-4409-B540-7823902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18" name="shape-151">
            <a:extLst xmlns:a="http://schemas.openxmlformats.org/drawingml/2006/main">
              <a:ext uri="{FF2B5EF4-FFF2-40B4-BE49-F238E27FC236}">
                <a16:creationId xmlns:a16="http://schemas.microsoft.com/office/drawing/2014/main" id="{8800F70E-39EC-4CFE-9188-EB52823C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909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Be yourself and answer honestly.</a:t>
            </a:r>
          </a:p>
        </p:txBody>
      </p:sp>
      <p:sp>
        <p:nvSpPr>
          <p:cNvPr id="19" name="shape-152">
            <a:extLst xmlns:a="http://schemas.openxmlformats.org/drawingml/2006/main">
              <a:ext uri="{FF2B5EF4-FFF2-40B4-BE49-F238E27FC236}">
                <a16:creationId xmlns:a16="http://schemas.microsoft.com/office/drawing/2014/main" id="{9192C2FC-E12A-42D7-A2F8-DBC8E14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0" name="shape-153">
            <a:extLst xmlns:a="http://schemas.openxmlformats.org/drawingml/2006/main">
              <a:ext uri="{FF2B5EF4-FFF2-40B4-BE49-F238E27FC236}">
                <a16:creationId xmlns:a16="http://schemas.microsoft.com/office/drawing/2014/main" id="{49331612-AD9E-4A80-8A77-8843DFD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1" name="shape-154">
            <a:extLst xmlns:a="http://schemas.openxmlformats.org/drawingml/2006/main">
              <a:ext uri="{FF2B5EF4-FFF2-40B4-BE49-F238E27FC236}">
                <a16:creationId xmlns:a16="http://schemas.microsoft.com/office/drawing/2014/main" id="{A9AAB05C-FE1F-4316-9136-43548CD7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495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Keep the interview professional.</a:t>
            </a:r>
          </a:p>
        </p:txBody>
      </p:sp>
      <p:sp>
        <p:nvSpPr>
          <p:cNvPr id="22" name="shape-155">
            <a:extLst xmlns:a="http://schemas.openxmlformats.org/drawingml/2006/main">
              <a:ext uri="{FF2B5EF4-FFF2-40B4-BE49-F238E27FC236}">
                <a16:creationId xmlns:a16="http://schemas.microsoft.com/office/drawing/2014/main" id="{7295D3D7-956E-4AEE-89C4-D479768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9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3" name="shape-156">
            <a:extLst xmlns:a="http://schemas.openxmlformats.org/drawingml/2006/main">
              <a:ext uri="{FF2B5EF4-FFF2-40B4-BE49-F238E27FC236}">
                <a16:creationId xmlns:a16="http://schemas.microsoft.com/office/drawing/2014/main" id="{C171B2FB-4F53-44C0-8447-7F274505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4003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4" name="shape-157">
            <a:extLst xmlns:a="http://schemas.openxmlformats.org/drawingml/2006/main">
              <a:ext uri="{FF2B5EF4-FFF2-40B4-BE49-F238E27FC236}">
                <a16:creationId xmlns:a16="http://schemas.microsoft.com/office/drawing/2014/main" id="{FFEDE17A-8F92-4534-9C11-FB1BF029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90775"/>
            <a:ext cx="4400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Communicate clearly and respectfully.</a:t>
            </a:r>
          </a:p>
        </p:txBody>
      </p:sp>
      <p:sp>
        <p:nvSpPr>
          <p:cNvPr id="25" name="shape-158">
            <a:extLst xmlns:a="http://schemas.openxmlformats.org/drawingml/2006/main">
              <a:ext uri="{FF2B5EF4-FFF2-40B4-BE49-F238E27FC236}">
                <a16:creationId xmlns:a16="http://schemas.microsoft.com/office/drawing/2014/main" id="{76ECBBF2-AB2A-47E5-989E-B29D11C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6" name="shape-159">
            <a:extLst xmlns:a="http://schemas.openxmlformats.org/drawingml/2006/main">
              <a:ext uri="{FF2B5EF4-FFF2-40B4-BE49-F238E27FC236}">
                <a16:creationId xmlns:a16="http://schemas.microsoft.com/office/drawing/2014/main" id="{D862BAD1-5C5C-4954-8455-7284EAC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290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27" name="shape-160">
            <a:extLst xmlns:a="http://schemas.openxmlformats.org/drawingml/2006/main">
              <a:ext uri="{FF2B5EF4-FFF2-40B4-BE49-F238E27FC236}">
                <a16:creationId xmlns:a16="http://schemas.microsoft.com/office/drawing/2014/main" id="{237F2B1D-035D-47C2-B0D1-1FFC6B1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19475"/>
            <a:ext cx="4400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Listen carefully before answering.</a:t>
            </a:r>
          </a:p>
        </p:txBody>
      </p:sp>
      <p:sp>
        <p:nvSpPr>
          <p:cNvPr id="28" name="shape-161">
            <a:extLst xmlns:a="http://schemas.openxmlformats.org/drawingml/2006/main">
              <a:ext uri="{FF2B5EF4-FFF2-40B4-BE49-F238E27FC236}">
                <a16:creationId xmlns:a16="http://schemas.microsoft.com/office/drawing/2014/main" id="{ABA8ED46-9CBE-441E-B6C6-C8151E68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67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DC"/>
          </a:solidFill>
          <a:ln xmlns:a="http://schemas.openxmlformats.org/drawingml/2006/main" w="0">
            <a:noFill/>
          </a:ln>
        </p:spPr>
      </p:sp>
      <p:sp>
        <p:nvSpPr>
          <p:cNvPr id="29" name="shape-162">
            <a:extLst xmlns:a="http://schemas.openxmlformats.org/drawingml/2006/main">
              <a:ext uri="{FF2B5EF4-FFF2-40B4-BE49-F238E27FC236}">
                <a16:creationId xmlns:a16="http://schemas.microsoft.com/office/drawing/2014/main" id="{243CF845-5925-4FC1-8943-620962E7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57700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12B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52612B"/>
                </a:solidFill>
                <a:latin typeface="Segoe UI"/>
                <a:ea typeface="Segoe UI"/>
                <a:cs typeface="Segoe UI"/>
              </a:rPr>
              <a:t>✓</a:t>
            </a:r>
          </a:p>
        </p:txBody>
      </p:sp>
      <p:sp>
        <p:nvSpPr>
          <p:cNvPr id="30" name="shape-163">
            <a:extLst xmlns:a="http://schemas.openxmlformats.org/drawingml/2006/main">
              <a:ext uri="{FF2B5EF4-FFF2-40B4-BE49-F238E27FC236}">
                <a16:creationId xmlns:a16="http://schemas.microsoft.com/office/drawing/2014/main" id="{380CCC92-E7DB-437E-AE77-5617246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48175"/>
            <a:ext cx="4400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Feel free to ask questions at the end.</a:t>
            </a:r>
          </a:p>
        </p:txBody>
      </p:sp>
    </p:spTree>
    <p:extLst>
      <p:ext uri="{BB962C8B-B14F-4D97-AF65-F5344CB8AC3E}">
        <p14:creationId xmlns:p14="http://schemas.microsoft.com/office/powerpoint/2010/main" val="880355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164">
            <a:extLst xmlns:a="http://schemas.openxmlformats.org/drawingml/2006/main">
              <a:ext uri="{FF2B5EF4-FFF2-40B4-BE49-F238E27FC236}">
                <a16:creationId xmlns:a16="http://schemas.microsoft.com/office/drawing/2014/main" id="{8DEBDA5A-A83A-4EBB-9761-3F2ACC6F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241"/>
          </a:solidFill>
          <a:ln xmlns:a="http://schemas.openxmlformats.org/drawingml/2006/main" w="0">
            <a:noFill/>
          </a:ln>
        </p:spPr>
      </p:sp>
      <p:sp>
        <p:nvSpPr>
          <p:cNvPr id="2" name="shape-165">
            <a:extLst xmlns:a="http://schemas.openxmlformats.org/drawingml/2006/main">
              <a:ext uri="{FF2B5EF4-FFF2-40B4-BE49-F238E27FC236}">
                <a16:creationId xmlns:a16="http://schemas.microsoft.com/office/drawing/2014/main" id="{D8C7B0D8-3168-4216-BF1D-E5202E1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Important Conditions</a:t>
            </a:r>
          </a:p>
        </p:txBody>
      </p:sp>
      <p:sp>
        <p:nvSpPr>
          <p:cNvPr id="3" name="shape-166">
            <a:extLst xmlns:a="http://schemas.openxmlformats.org/drawingml/2006/main">
              <a:ext uri="{FF2B5EF4-FFF2-40B4-BE49-F238E27FC236}">
                <a16:creationId xmlns:a16="http://schemas.microsoft.com/office/drawing/2014/main" id="{0D861ABA-F1E8-4913-BC4B-8D7C4AB0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167">
            <a:extLst xmlns:a="http://schemas.openxmlformats.org/drawingml/2006/main">
              <a:ext uri="{FF2B5EF4-FFF2-40B4-BE49-F238E27FC236}">
                <a16:creationId xmlns:a16="http://schemas.microsoft.com/office/drawing/2014/main" id="{7600E1C8-A18B-4F2A-9C76-67207E87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168">
            <a:extLst xmlns:a="http://schemas.openxmlformats.org/drawingml/2006/main">
              <a:ext uri="{FF2B5EF4-FFF2-40B4-BE49-F238E27FC236}">
                <a16:creationId xmlns:a16="http://schemas.microsoft.com/office/drawing/2014/main" id="{44EF5464-977D-4D6C-9500-BE995FFE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6" name="shape-169">
            <a:extLst xmlns:a="http://schemas.openxmlformats.org/drawingml/2006/main">
              <a:ext uri="{FF2B5EF4-FFF2-40B4-BE49-F238E27FC236}">
                <a16:creationId xmlns:a16="http://schemas.microsoft.com/office/drawing/2014/main" id="{C04BB72D-A4E8-49F6-BF07-217E0D5F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820400" cy="1724025"/>
          </a:xfrm>
          <a:prstGeom xmlns:a="http://schemas.openxmlformats.org/drawingml/2006/main" prst="roundRect">
            <a:avLst>
              <a:gd name="adj" fmla="val 11050"/>
            </a:avLst>
          </a:prstGeom>
          <a:solidFill xmlns:a="http://schemas.openxmlformats.org/drawingml/2006/main">
            <a:srgbClr val="F8EEDC"/>
          </a:solidFill>
          <a:ln xmlns:a="http://schemas.openxmlformats.org/drawingml/2006/main" w="0">
            <a:noFill/>
          </a:ln>
        </p:spPr>
      </p:sp>
      <p:sp>
        <p:nvSpPr>
          <p:cNvPr id="7" name="shape-170">
            <a:extLst xmlns:a="http://schemas.openxmlformats.org/drawingml/2006/main">
              <a:ext uri="{FF2B5EF4-FFF2-40B4-BE49-F238E27FC236}">
                <a16:creationId xmlns:a16="http://schemas.microsoft.com/office/drawing/2014/main" id="{76CBAC16-79A1-4182-B732-E702070E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811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855C26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855C26"/>
                </a:solidFill>
                <a:latin typeface="Segoe UI"/>
                <a:ea typeface="Segoe UI"/>
                <a:cs typeface="Segoe UI"/>
              </a:rPr>
              <a:t>Selected schedules are final</a:t>
            </a:r>
          </a:p>
        </p:txBody>
      </p:sp>
      <p:sp>
        <p:nvSpPr>
          <p:cNvPr id="8" name="shape-171">
            <a:extLst xmlns:a="http://schemas.openxmlformats.org/drawingml/2006/main">
              <a:ext uri="{FF2B5EF4-FFF2-40B4-BE49-F238E27FC236}">
                <a16:creationId xmlns:a16="http://schemas.microsoft.com/office/drawing/2014/main" id="{AEC16F78-9CDD-4F4B-98B3-4F2ABFD2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Rescheduling is not available</a:t>
            </a:r>
          </a:p>
        </p:txBody>
      </p:sp>
      <p:sp>
        <p:nvSpPr>
          <p:cNvPr id="9" name="shape-172">
            <a:extLst xmlns:a="http://schemas.openxmlformats.org/drawingml/2006/main">
              <a:ext uri="{FF2B5EF4-FFF2-40B4-BE49-F238E27FC236}">
                <a16:creationId xmlns:a16="http://schemas.microsoft.com/office/drawing/2014/main" id="{BF227C4E-76AC-4227-9921-8E29C899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5191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First come, first served</a:t>
            </a:r>
          </a:p>
        </p:txBody>
      </p:sp>
      <p:sp>
        <p:nvSpPr>
          <p:cNvPr id="10" name="shape-173">
            <a:extLst xmlns:a="http://schemas.openxmlformats.org/drawingml/2006/main">
              <a:ext uri="{FF2B5EF4-FFF2-40B4-BE49-F238E27FC236}">
                <a16:creationId xmlns:a16="http://schemas.microsoft.com/office/drawing/2014/main" id="{D00A7ABD-C68B-4652-AE6F-49FD7DD0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5010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Interview slots follow availability.</a:t>
            </a:r>
          </a:p>
          <a:p xmlns:a="http://schemas.openxmlformats.org/drawingml/2006/main">
            <a:pPr algn="l">
              <a:defRPr sz="202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Each wave allows a maximum of 2 participants.</a:t>
            </a:r>
          </a:p>
        </p:txBody>
      </p:sp>
      <p:sp>
        <p:nvSpPr>
          <p:cNvPr id="11" name="shape-174">
            <a:extLst xmlns:a="http://schemas.openxmlformats.org/drawingml/2006/main">
              <a:ext uri="{FF2B5EF4-FFF2-40B4-BE49-F238E27FC236}">
                <a16:creationId xmlns:a16="http://schemas.microsoft.com/office/drawing/2014/main" id="{A97CF70E-7D7D-40DC-9D1A-DD387775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5225"/>
            <a:ext cx="4876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Your selected schedule</a:t>
            </a:r>
          </a:p>
        </p:txBody>
      </p:sp>
      <p:sp>
        <p:nvSpPr>
          <p:cNvPr id="12" name="shape-175">
            <a:extLst xmlns:a="http://schemas.openxmlformats.org/drawingml/2006/main">
              <a:ext uri="{FF2B5EF4-FFF2-40B4-BE49-F238E27FC236}">
                <a16:creationId xmlns:a16="http://schemas.microsoft.com/office/drawing/2014/main" id="{E2CF0579-98EE-4E2E-9170-E8FE87D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67200"/>
            <a:ext cx="4810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You are responsible for arriving</a:t>
            </a:r>
          </a:p>
          <a:p xmlns:a="http://schemas.openxmlformats.org/drawingml/2006/main">
            <a:pPr algn="l">
              <a:defRPr sz="202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according to your selected schedule.</a:t>
            </a:r>
          </a:p>
        </p:txBody>
      </p:sp>
      <p:sp>
        <p:nvSpPr>
          <p:cNvPr id="13" name="shape-176">
            <a:extLst xmlns:a="http://schemas.openxmlformats.org/drawingml/2006/main">
              <a:ext uri="{FF2B5EF4-FFF2-40B4-BE49-F238E27FC236}">
                <a16:creationId xmlns:a16="http://schemas.microsoft.com/office/drawing/2014/main" id="{C4D13CCD-D138-426A-9398-5FF5F1A0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14" name="shape-177">
            <a:extLst xmlns:a="http://schemas.openxmlformats.org/drawingml/2006/main">
              <a:ext uri="{FF2B5EF4-FFF2-40B4-BE49-F238E27FC236}">
                <a16:creationId xmlns:a16="http://schemas.microsoft.com/office/drawing/2014/main" id="{C93861A6-596F-4CA6-B07A-6F03C343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55C26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855C26"/>
                </a:solidFill>
                <a:latin typeface="Segoe UI"/>
                <a:ea typeface="Segoe UI"/>
                <a:cs typeface="Segoe UI"/>
              </a:rPr>
              <a:t>If an emergency occurs, contact the recruitment team as soon as possible.</a:t>
            </a:r>
          </a:p>
        </p:txBody>
      </p:sp>
    </p:spTree>
    <p:extLst>
      <p:ext uri="{BB962C8B-B14F-4D97-AF65-F5344CB8AC3E}">
        <p14:creationId xmlns:p14="http://schemas.microsoft.com/office/powerpoint/2010/main" val="614599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hape-178">
            <a:extLst xmlns:a="http://schemas.openxmlformats.org/drawingml/2006/main">
              <a:ext uri="{FF2B5EF4-FFF2-40B4-BE49-F238E27FC236}">
                <a16:creationId xmlns:a16="http://schemas.microsoft.com/office/drawing/2014/main" id="{0F424D1B-11C4-439E-AC0E-F07FD170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0CC"/>
          </a:solidFill>
          <a:ln xmlns:a="http://schemas.openxmlformats.org/drawingml/2006/main" w="0">
            <a:noFill/>
          </a:ln>
        </p:spPr>
      </p:sp>
      <p:sp>
        <p:nvSpPr>
          <p:cNvPr id="2" name="shape-179">
            <a:extLst xmlns:a="http://schemas.openxmlformats.org/drawingml/2006/main">
              <a:ext uri="{FF2B5EF4-FFF2-40B4-BE49-F238E27FC236}">
                <a16:creationId xmlns:a16="http://schemas.microsoft.com/office/drawing/2014/main" id="{BF765A32-8DC7-4FB0-8216-4863E876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7675"/>
            <a:ext cx="1062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Communication Channel</a:t>
            </a:r>
          </a:p>
        </p:txBody>
      </p:sp>
      <p:sp>
        <p:nvSpPr>
          <p:cNvPr id="3" name="shape-180">
            <a:extLst xmlns:a="http://schemas.openxmlformats.org/drawingml/2006/main">
              <a:ext uri="{FF2B5EF4-FFF2-40B4-BE49-F238E27FC236}">
                <a16:creationId xmlns:a16="http://schemas.microsoft.com/office/drawing/2014/main" id="{C8052C1D-BC86-4763-A00C-9C26A455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DDCD3"/>
            </a:solidFill>
          </a:ln>
        </p:spPr>
      </p:sp>
      <p:sp>
        <p:nvSpPr>
          <p:cNvPr id="4" name="shape-181">
            <a:extLst xmlns:a="http://schemas.openxmlformats.org/drawingml/2006/main">
              <a:ext uri="{FF2B5EF4-FFF2-40B4-BE49-F238E27FC236}">
                <a16:creationId xmlns:a16="http://schemas.microsoft.com/office/drawing/2014/main" id="{1E0CA554-BE34-4A77-8D41-6046640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5" name="shape-182">
            <a:extLst xmlns:a="http://schemas.openxmlformats.org/drawingml/2006/main">
              <a:ext uri="{FF2B5EF4-FFF2-40B4-BE49-F238E27FC236}">
                <a16:creationId xmlns:a16="http://schemas.microsoft.com/office/drawing/2014/main" id="{8F2D3284-482C-4A95-9DFD-7E573676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shape-183">
            <a:extLst xmlns:a="http://schemas.openxmlformats.org/drawingml/2006/main">
              <a:ext uri="{FF2B5EF4-FFF2-40B4-BE49-F238E27FC236}">
                <a16:creationId xmlns:a16="http://schemas.microsoft.com/office/drawing/2014/main" id="{789D9F75-0099-4715-BA59-EAB96BA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143750" cy="2066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All interview-related information and updates will be communicated through the official recruitment channel.</a:t>
            </a:r>
          </a:p>
        </p:txBody>
      </p:sp>
      <p:sp>
        <p:nvSpPr>
          <p:cNvPr id="7" name="shape-184">
            <a:extLst xmlns:a="http://schemas.openxmlformats.org/drawingml/2006/main">
              <a:ext uri="{FF2B5EF4-FFF2-40B4-BE49-F238E27FC236}">
                <a16:creationId xmlns:a16="http://schemas.microsoft.com/office/drawing/2014/main" id="{1EF62913-2DEF-4C55-BD09-13B49CA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0866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Please check announcements regularly</a:t>
            </a:r>
          </a:p>
          <a:p xmlns:a="http://schemas.openxmlformats.org/drawingml/2006/main">
            <a:pPr algn="l">
              <a:defRPr sz="225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for important interview updates.</a:t>
            </a:r>
          </a:p>
        </p:txBody>
      </p:sp>
      <p:sp>
        <p:nvSpPr>
          <p:cNvPr id="8" name="shape-185">
            <a:extLst xmlns:a="http://schemas.openxmlformats.org/drawingml/2006/main">
              <a:ext uri="{FF2B5EF4-FFF2-40B4-BE49-F238E27FC236}">
                <a16:creationId xmlns:a16="http://schemas.microsoft.com/office/drawing/2014/main" id="{6071D8E8-13FF-422C-94AC-FC27100B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628775"/>
            <a:ext cx="2867025" cy="3762375"/>
          </a:xfrm>
          <a:prstGeom xmlns:a="http://schemas.openxmlformats.org/drawingml/2006/main" prst="roundRect">
            <a:avLst>
              <a:gd name="adj" fmla="val 6645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0">
            <a:noFill/>
          </a:ln>
        </p:spPr>
      </p:sp>
      <p:sp>
        <p:nvSpPr>
          <p:cNvPr id="9" name="shape-186">
            <a:extLst xmlns:a="http://schemas.openxmlformats.org/drawingml/2006/main">
              <a:ext uri="{FF2B5EF4-FFF2-40B4-BE49-F238E27FC236}">
                <a16:creationId xmlns:a16="http://schemas.microsoft.com/office/drawing/2014/main" id="{C8A1AE94-9348-4411-8029-B37B9D3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36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26281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26281"/>
                </a:solidFill>
                <a:latin typeface="Segoe UI"/>
                <a:ea typeface="Segoe UI"/>
                <a:cs typeface="Segoe UI"/>
              </a:rPr>
              <a:t>Contact Person</a:t>
            </a:r>
          </a:p>
        </p:txBody>
      </p:sp>
      <p:sp>
        <p:nvSpPr>
          <p:cNvPr id="10" name="shape-187">
            <a:extLst xmlns:a="http://schemas.openxmlformats.org/drawingml/2006/main">
              <a:ext uri="{FF2B5EF4-FFF2-40B4-BE49-F238E27FC236}">
                <a16:creationId xmlns:a16="http://schemas.microsoft.com/office/drawing/2014/main" id="{2B2E7A0B-A18C-4EF2-9614-32B99F5D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5752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Name</a:t>
            </a:r>
          </a:p>
        </p:txBody>
      </p:sp>
      <p:sp>
        <p:nvSpPr>
          <p:cNvPr id="11" name="shape-188">
            <a:extLst xmlns:a="http://schemas.openxmlformats.org/drawingml/2006/main">
              <a:ext uri="{FF2B5EF4-FFF2-40B4-BE49-F238E27FC236}">
                <a16:creationId xmlns:a16="http://schemas.microsoft.com/office/drawing/2014/main" id="{0DCD5DD4-A971-4EA6-9B4D-E8E40C69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7665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C2D1"/>
            </a:solidFill>
          </a:ln>
        </p:spPr>
      </p:sp>
      <p:sp>
        <p:nvSpPr>
          <p:cNvPr id="12" name="shape-189">
            <a:extLst xmlns:a="http://schemas.openxmlformats.org/drawingml/2006/main">
              <a:ext uri="{FF2B5EF4-FFF2-40B4-BE49-F238E27FC236}">
                <a16:creationId xmlns:a16="http://schemas.microsoft.com/office/drawing/2014/main" id="{0659DF67-3D5E-4990-ABEF-E851BD6A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Contact details</a:t>
            </a:r>
          </a:p>
        </p:txBody>
      </p:sp>
      <p:sp>
        <p:nvSpPr>
          <p:cNvPr id="13" name="shape-190">
            <a:extLst xmlns:a="http://schemas.openxmlformats.org/drawingml/2006/main">
              <a:ext uri="{FF2B5EF4-FFF2-40B4-BE49-F238E27FC236}">
                <a16:creationId xmlns:a16="http://schemas.microsoft.com/office/drawing/2014/main" id="{0EABF4B1-6915-4D51-A40E-3B6CF41B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38675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C2D1"/>
            </a:solidFill>
          </a:ln>
        </p:spPr>
      </p:sp>
    </p:spTree>
    <p:extLst>
      <p:ext uri="{BB962C8B-B14F-4D97-AF65-F5344CB8AC3E}">
        <p14:creationId xmlns:p14="http://schemas.microsoft.com/office/powerpoint/2010/main" val="3386608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191">
            <a:extLst xmlns:a="http://schemas.openxmlformats.org/drawingml/2006/main">
              <a:ext uri="{FF2B5EF4-FFF2-40B4-BE49-F238E27FC236}">
                <a16:creationId xmlns:a16="http://schemas.microsoft.com/office/drawing/2014/main" id="{43C22B40-7686-4CC6-AD5E-C3C671D6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BSSC Recruitment 2026</a:t>
            </a:r>
          </a:p>
        </p:txBody>
      </p:sp>
      <p:sp>
        <p:nvSpPr>
          <p:cNvPr id="2" name="shape-192">
            <a:extLst xmlns:a="http://schemas.openxmlformats.org/drawingml/2006/main">
              <a:ext uri="{FF2B5EF4-FFF2-40B4-BE49-F238E27FC236}">
                <a16:creationId xmlns:a16="http://schemas.microsoft.com/office/drawing/2014/main" id="{0033A6F8-50F1-4586-984D-DB3D81E0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75" b="1">
                <a:solidFill>
                  <a:srgbClr val="2E332F"/>
                </a:solidFill>
                <a:latin typeface="Segoe UI"/>
                <a:ea typeface="Segoe UI"/>
                <a:cs typeface="Segoe UI"/>
              </a:defRPr>
            </a:pPr>
            <a:r>
              <a:rPr sz="6075" b="1">
                <a:solidFill>
                  <a:srgbClr val="2E332F"/>
                </a:solidFill>
                <a:latin typeface="Segoe UI"/>
                <a:ea typeface="Segoe UI"/>
                <a:cs typeface="Segoe UI"/>
              </a:rPr>
              <a:t>Any Questions?</a:t>
            </a:r>
          </a:p>
        </p:txBody>
      </p:sp>
      <p:sp>
        <p:nvSpPr>
          <p:cNvPr id="3" name="shape-193">
            <a:extLst xmlns:a="http://schemas.openxmlformats.org/drawingml/2006/main">
              <a:ext uri="{FF2B5EF4-FFF2-40B4-BE49-F238E27FC236}">
                <a16:creationId xmlns:a16="http://schemas.microsoft.com/office/drawing/2014/main" id="{D8B80F6A-F5F6-4309-BC36-8F4A0F0E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933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We hope this technical meeting helps you prepare</a:t>
            </a:r>
          </a:p>
          <a:p xmlns:a="http://schemas.openxmlformats.org/drawingml/2006/main">
            <a:pPr algn="ctr">
              <a:defRPr sz="2475" b="0">
                <a:solidFill>
                  <a:srgbClr val="62665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62665E"/>
                </a:solidFill>
                <a:latin typeface="Segoe UI"/>
                <a:ea typeface="Segoe UI"/>
                <a:cs typeface="Segoe UI"/>
              </a:rPr>
              <a:t>for the upcoming interview.</a:t>
            </a:r>
          </a:p>
        </p:txBody>
      </p:sp>
      <p:sp>
        <p:nvSpPr>
          <p:cNvPr id="4" name="shape-194">
            <a:extLst xmlns:a="http://schemas.openxmlformats.org/drawingml/2006/main">
              <a:ext uri="{FF2B5EF4-FFF2-40B4-BE49-F238E27FC236}">
                <a16:creationId xmlns:a16="http://schemas.microsoft.com/office/drawing/2014/main" id="{0B4EAC1A-DEA9-4B5E-A3B2-5157C86E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00600"/>
            <a:ext cx="9525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64886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64886"/>
                </a:solidFill>
                <a:latin typeface="Segoe UI"/>
                <a:ea typeface="Segoe UI"/>
                <a:cs typeface="Segoe UI"/>
              </a:rPr>
              <a:t>Come prepared, be yourself, and we'll see you at the interview!</a:t>
            </a:r>
          </a:p>
        </p:txBody>
      </p:sp>
      <p:sp>
        <p:nvSpPr>
          <p:cNvPr id="5" name="shape-195">
            <a:extLst xmlns:a="http://schemas.openxmlformats.org/drawingml/2006/main">
              <a:ext uri="{FF2B5EF4-FFF2-40B4-BE49-F238E27FC236}">
                <a16:creationId xmlns:a16="http://schemas.microsoft.com/office/drawing/2014/main" id="{53F579EE-D50D-4A4E-8CB2-9F10CD5E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605790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A241"/>
            </a:solidFill>
          </a:ln>
        </p:spPr>
      </p:sp>
    </p:spTree>
    <p:extLst>
      <p:ext uri="{BB962C8B-B14F-4D97-AF65-F5344CB8AC3E}">
        <p14:creationId xmlns:p14="http://schemas.microsoft.com/office/powerpoint/2010/main" val="1954079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2026-09-16T16:28:24.6100000Z</dcterms:created>
  <dcterms:modified xsi:type="dcterms:W3CDTF">2026-09-16T16:28:24.6100000Z</dcterms:modified>
</coreProperties>
</file>